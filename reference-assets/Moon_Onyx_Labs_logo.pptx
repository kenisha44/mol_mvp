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58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D3D3"/>
    <a:srgbClr val="1A1B4B"/>
    <a:srgbClr val="7A00B0"/>
    <a:srgbClr val="9400D3"/>
    <a:srgbClr val="00DABB"/>
    <a:srgbClr val="00F5D4"/>
    <a:srgbClr val="D6006B"/>
    <a:srgbClr val="FF007F"/>
    <a:srgbClr val="C2C2C2"/>
    <a:srgbClr val="12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431A8-15B2-D2A4-6424-82BAD1083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753746-B1CF-7C80-43EC-411EB17C59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8C864-7D33-3009-DA7F-CCE6FA0B8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1191-3E1F-4702-86EE-DECB1D08C4D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DA60-9474-A6C2-BB06-2E9C484A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26033-BB05-0204-A0BA-1E6B7222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91BD-4A71-4BF6-A4FB-CC9C8BF88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60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026C8-AD51-CEFE-CEEC-BF44C8E1B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1E9D3-6411-5940-6E56-370A88B61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C926F-70E9-3109-9C03-354FDF3C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1191-3E1F-4702-86EE-DECB1D08C4D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32D0C-4FDD-97F0-1B1A-A337827C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19810-2F4A-EB30-055F-47250F37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91BD-4A71-4BF6-A4FB-CC9C8BF88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8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352C-7922-2E05-AAD1-0B433B9C2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69540-0785-C7BA-DFB8-1ADC8CC26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2A1F3-8AEE-4E0C-4ED1-BBC99E041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1191-3E1F-4702-86EE-DECB1D08C4D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7A806-F5CF-7FAD-97D1-DE033166E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5ED59-9B4D-0FB5-9F1B-8A6B7A0E9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91BD-4A71-4BF6-A4FB-CC9C8BF88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81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1CEAD-AE1A-58C2-1E25-BF04442D1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EDD8C-E0A8-C10A-5412-8EA869E3A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48992-A119-045F-02A7-1E775BBF6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4369F-1C2A-883F-8C91-32F619F2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1191-3E1F-4702-86EE-DECB1D08C4D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0B40E-363C-EE7A-543A-62EC3B442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924F5-953C-3489-4EA6-9B55A11A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91BD-4A71-4BF6-A4FB-CC9C8BF88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3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1ADC6-73E6-E6FD-47C6-3CEC6363A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92343-208C-958E-E628-94A053EA4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8EC12-F9E8-D586-C083-30A7E7526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41F1D-1A69-6864-CBF5-1D4DFFCC8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9429F-3E77-D256-C028-CF360789E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882A7-6D03-8FBD-F72E-402CFA6C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1191-3E1F-4702-86EE-DECB1D08C4D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7F7043-3BBA-8D29-C869-45D4E897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519A0A-E84D-2C94-2B1C-60A8328C1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91BD-4A71-4BF6-A4FB-CC9C8BF88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FD6B-FFF3-3837-C34D-BDD3DC0C0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5DA8BD-3390-E51C-9734-B765D26D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1191-3E1F-4702-86EE-DECB1D08C4D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07CFD7-DFCC-32EC-23A7-456ED6E6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395DC-8670-9927-6CE2-87725695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91BD-4A71-4BF6-A4FB-CC9C8BF88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54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F49433-9FB3-0310-04A7-812C5A48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1191-3E1F-4702-86EE-DECB1D08C4D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B1D205-0141-7E69-5FC2-DC0164A1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15EB0-C41C-5DF0-C8BA-DDA388382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91BD-4A71-4BF6-A4FB-CC9C8BF88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22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A5DA-0BD4-5F10-A2BC-CF0E12DE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32A25-DF1F-250D-A204-6BE8634B5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3A994-310B-B03A-A818-759F70FC9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EDDB4-B0AF-4AA3-F226-6E3162A1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1191-3E1F-4702-86EE-DECB1D08C4D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4B69D-0141-F2CA-5753-455E86CC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05861-A9CC-41A2-5475-BF72641E0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91BD-4A71-4BF6-A4FB-CC9C8BF88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7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1570B-114A-3BCD-E162-F6066802C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E2656A-BDAF-1863-A3AF-5B3F76EB0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2E5F6-C5C5-CFD1-3788-DE34F0C37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BC585-EF0A-D389-3DE9-A5BEC3D32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1191-3E1F-4702-86EE-DECB1D08C4D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7AE93-DF22-B0EB-0042-8436C7385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70202-1598-C733-B99D-87EB2938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91BD-4A71-4BF6-A4FB-CC9C8BF88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9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176E5-A5F3-B1AE-4F7D-CE139EF3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F19B8-766D-C70B-3A82-EB87A635B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6A76A-787C-DE91-A77E-94B77911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1191-3E1F-4702-86EE-DECB1D08C4D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60AE3-9A04-5DF8-552A-52C2AA588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8CAD8-4976-756A-629E-6EA61662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91BD-4A71-4BF6-A4FB-CC9C8BF88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1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7C5A68-E08D-A938-DDE0-BB864BEDE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1C85E-42C2-3294-BE57-5D7D775EB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EB7A4-1299-1F74-F145-7F8174168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1191-3E1F-4702-86EE-DECB1D08C4D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E15D6-29CF-6900-6836-5CA61AC92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A0845-A68E-A007-18EC-1ED7A95E2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91BD-4A71-4BF6-A4FB-CC9C8BF88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1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44C13A-9442-F7EF-6E59-CF32B611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BBDC7-EF89-3670-58C0-8E97AD456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767C1-D848-B772-B6F6-C933EAFBC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B1191-3E1F-4702-86EE-DECB1D08C4D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FA619-01DA-865C-6371-930030656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0D30E-4CAC-94B2-DB73-8D04E6961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F91BD-4A71-4BF6-A4FB-CC9C8BF88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2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3125-91F4-23EB-9CC7-EBA1635D47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88A7F-346D-BF09-45D9-B80BDF683D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05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3004BB-D954-6915-1F4A-36C9DF897586}"/>
              </a:ext>
            </a:extLst>
          </p:cNvPr>
          <p:cNvGrpSpPr/>
          <p:nvPr/>
        </p:nvGrpSpPr>
        <p:grpSpPr>
          <a:xfrm>
            <a:off x="374410" y="1659471"/>
            <a:ext cx="3685704" cy="5079883"/>
            <a:chOff x="3048000" y="1057451"/>
            <a:chExt cx="2764278" cy="3809912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B870D5AA-14E3-74FD-757F-F213694DA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000" y="1057451"/>
              <a:ext cx="2764278" cy="3019954"/>
            </a:xfrm>
            <a:custGeom>
              <a:avLst/>
              <a:gdLst/>
              <a:ahLst/>
              <a:cxnLst>
                <a:cxn ang="0">
                  <a:pos x="1472" y="548"/>
                </a:cxn>
                <a:cxn ang="0">
                  <a:pos x="959" y="57"/>
                </a:cxn>
                <a:cxn ang="0">
                  <a:pos x="107" y="395"/>
                </a:cxn>
                <a:cxn ang="0">
                  <a:pos x="127" y="1032"/>
                </a:cxn>
                <a:cxn ang="0">
                  <a:pos x="403" y="1683"/>
                </a:cxn>
                <a:cxn ang="0">
                  <a:pos x="1158" y="1912"/>
                </a:cxn>
                <a:cxn ang="0">
                  <a:pos x="1290" y="1706"/>
                </a:cxn>
                <a:cxn ang="0">
                  <a:pos x="1565" y="1597"/>
                </a:cxn>
                <a:cxn ang="0">
                  <a:pos x="1553" y="1507"/>
                </a:cxn>
                <a:cxn ang="0">
                  <a:pos x="1580" y="1393"/>
                </a:cxn>
                <a:cxn ang="0">
                  <a:pos x="1566" y="1341"/>
                </a:cxn>
                <a:cxn ang="0">
                  <a:pos x="1599" y="1302"/>
                </a:cxn>
                <a:cxn ang="0">
                  <a:pos x="1593" y="1176"/>
                </a:cxn>
                <a:cxn ang="0">
                  <a:pos x="1718" y="1037"/>
                </a:cxn>
                <a:cxn ang="0">
                  <a:pos x="1600" y="865"/>
                </a:cxn>
                <a:cxn ang="0">
                  <a:pos x="1522" y="767"/>
                </a:cxn>
                <a:cxn ang="0">
                  <a:pos x="1519" y="625"/>
                </a:cxn>
                <a:cxn ang="0">
                  <a:pos x="1472" y="548"/>
                </a:cxn>
              </a:cxnLst>
              <a:rect l="0" t="0" r="r" b="b"/>
              <a:pathLst>
                <a:path w="1749" h="1912">
                  <a:moveTo>
                    <a:pt x="1472" y="548"/>
                  </a:moveTo>
                  <a:cubicBezTo>
                    <a:pt x="1472" y="548"/>
                    <a:pt x="1359" y="115"/>
                    <a:pt x="959" y="57"/>
                  </a:cubicBezTo>
                  <a:cubicBezTo>
                    <a:pt x="558" y="0"/>
                    <a:pt x="213" y="94"/>
                    <a:pt x="107" y="395"/>
                  </a:cubicBezTo>
                  <a:cubicBezTo>
                    <a:pt x="0" y="696"/>
                    <a:pt x="33" y="916"/>
                    <a:pt x="127" y="1032"/>
                  </a:cubicBezTo>
                  <a:cubicBezTo>
                    <a:pt x="222" y="1148"/>
                    <a:pt x="424" y="1398"/>
                    <a:pt x="403" y="1683"/>
                  </a:cubicBezTo>
                  <a:cubicBezTo>
                    <a:pt x="1158" y="1912"/>
                    <a:pt x="1158" y="1912"/>
                    <a:pt x="1158" y="1912"/>
                  </a:cubicBezTo>
                  <a:cubicBezTo>
                    <a:pt x="1158" y="1912"/>
                    <a:pt x="1176" y="1701"/>
                    <a:pt x="1290" y="1706"/>
                  </a:cubicBezTo>
                  <a:cubicBezTo>
                    <a:pt x="1403" y="1710"/>
                    <a:pt x="1558" y="1738"/>
                    <a:pt x="1565" y="1597"/>
                  </a:cubicBezTo>
                  <a:cubicBezTo>
                    <a:pt x="1565" y="1597"/>
                    <a:pt x="1560" y="1529"/>
                    <a:pt x="1553" y="1507"/>
                  </a:cubicBezTo>
                  <a:cubicBezTo>
                    <a:pt x="1547" y="1485"/>
                    <a:pt x="1584" y="1418"/>
                    <a:pt x="1580" y="1393"/>
                  </a:cubicBezTo>
                  <a:cubicBezTo>
                    <a:pt x="1577" y="1369"/>
                    <a:pt x="1566" y="1341"/>
                    <a:pt x="1566" y="1341"/>
                  </a:cubicBezTo>
                  <a:cubicBezTo>
                    <a:pt x="1566" y="1341"/>
                    <a:pt x="1609" y="1324"/>
                    <a:pt x="1599" y="1302"/>
                  </a:cubicBezTo>
                  <a:cubicBezTo>
                    <a:pt x="1588" y="1280"/>
                    <a:pt x="1565" y="1203"/>
                    <a:pt x="1593" y="1176"/>
                  </a:cubicBezTo>
                  <a:cubicBezTo>
                    <a:pt x="1621" y="1148"/>
                    <a:pt x="1749" y="1112"/>
                    <a:pt x="1718" y="1037"/>
                  </a:cubicBezTo>
                  <a:cubicBezTo>
                    <a:pt x="1687" y="961"/>
                    <a:pt x="1636" y="890"/>
                    <a:pt x="1600" y="865"/>
                  </a:cubicBezTo>
                  <a:cubicBezTo>
                    <a:pt x="1600" y="865"/>
                    <a:pt x="1523" y="820"/>
                    <a:pt x="1522" y="767"/>
                  </a:cubicBezTo>
                  <a:cubicBezTo>
                    <a:pt x="1521" y="714"/>
                    <a:pt x="1540" y="657"/>
                    <a:pt x="1519" y="625"/>
                  </a:cubicBezTo>
                  <a:cubicBezTo>
                    <a:pt x="1498" y="592"/>
                    <a:pt x="1478" y="567"/>
                    <a:pt x="1472" y="548"/>
                  </a:cubicBez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EB738E87-66FC-6A3E-F22F-4A73D6AAA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087" y="3685293"/>
              <a:ext cx="1719791" cy="1182070"/>
            </a:xfrm>
            <a:custGeom>
              <a:avLst/>
              <a:gdLst/>
              <a:ahLst/>
              <a:cxnLst>
                <a:cxn ang="0">
                  <a:pos x="128" y="9"/>
                </a:cxn>
                <a:cxn ang="0">
                  <a:pos x="1021" y="320"/>
                </a:cxn>
                <a:cxn ang="0">
                  <a:pos x="1077" y="727"/>
                </a:cxn>
                <a:cxn ang="0">
                  <a:pos x="602" y="523"/>
                </a:cxn>
                <a:cxn ang="0">
                  <a:pos x="90" y="313"/>
                </a:cxn>
                <a:cxn ang="0">
                  <a:pos x="9" y="46"/>
                </a:cxn>
                <a:cxn ang="0">
                  <a:pos x="128" y="9"/>
                </a:cxn>
              </a:cxnLst>
              <a:rect l="0" t="0" r="r" b="b"/>
              <a:pathLst>
                <a:path w="1088" h="748">
                  <a:moveTo>
                    <a:pt x="128" y="9"/>
                  </a:moveTo>
                  <a:cubicBezTo>
                    <a:pt x="128" y="9"/>
                    <a:pt x="1003" y="225"/>
                    <a:pt x="1021" y="320"/>
                  </a:cubicBezTo>
                  <a:cubicBezTo>
                    <a:pt x="1040" y="415"/>
                    <a:pt x="1065" y="706"/>
                    <a:pt x="1077" y="727"/>
                  </a:cubicBezTo>
                  <a:cubicBezTo>
                    <a:pt x="1088" y="748"/>
                    <a:pt x="681" y="577"/>
                    <a:pt x="602" y="523"/>
                  </a:cubicBezTo>
                  <a:cubicBezTo>
                    <a:pt x="523" y="470"/>
                    <a:pt x="128" y="313"/>
                    <a:pt x="90" y="313"/>
                  </a:cubicBezTo>
                  <a:cubicBezTo>
                    <a:pt x="53" y="313"/>
                    <a:pt x="19" y="83"/>
                    <a:pt x="9" y="46"/>
                  </a:cubicBezTo>
                  <a:cubicBezTo>
                    <a:pt x="0" y="9"/>
                    <a:pt x="95" y="0"/>
                    <a:pt x="128" y="9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endParaRPr>
            </a:p>
          </p:txBody>
        </p:sp>
        <p:grpSp>
          <p:nvGrpSpPr>
            <p:cNvPr id="5" name="Group 83">
              <a:extLst>
                <a:ext uri="{FF2B5EF4-FFF2-40B4-BE49-F238E27FC236}">
                  <a16:creationId xmlns:a16="http://schemas.microsoft.com/office/drawing/2014/main" id="{E43304DA-E999-E301-5A18-83E9A781C773}"/>
                </a:ext>
              </a:extLst>
            </p:cNvPr>
            <p:cNvGrpSpPr/>
            <p:nvPr/>
          </p:nvGrpSpPr>
          <p:grpSpPr>
            <a:xfrm>
              <a:off x="3209660" y="1219112"/>
              <a:ext cx="1957123" cy="1900943"/>
              <a:chOff x="3209660" y="1219112"/>
              <a:chExt cx="1957123" cy="1900943"/>
            </a:xfrm>
            <a:solidFill>
              <a:schemeClr val="bg1">
                <a:lumMod val="95000"/>
              </a:schemeClr>
            </a:solidFill>
          </p:grpSpPr>
          <p:sp>
            <p:nvSpPr>
              <p:cNvPr id="6" name="Freeform 7">
                <a:extLst>
                  <a:ext uri="{FF2B5EF4-FFF2-40B4-BE49-F238E27FC236}">
                    <a16:creationId xmlns:a16="http://schemas.microsoft.com/office/drawing/2014/main" id="{27078AB1-9CEA-091A-DCA6-86E72FBF2B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29428" y="1751101"/>
                <a:ext cx="440267" cy="465490"/>
              </a:xfrm>
              <a:custGeom>
                <a:avLst/>
                <a:gdLst/>
                <a:ahLst/>
                <a:cxnLst>
                  <a:cxn ang="0">
                    <a:pos x="277" y="97"/>
                  </a:cxn>
                  <a:cxn ang="0">
                    <a:pos x="264" y="70"/>
                  </a:cxn>
                  <a:cxn ang="0">
                    <a:pos x="253" y="70"/>
                  </a:cxn>
                  <a:cxn ang="0">
                    <a:pos x="214" y="86"/>
                  </a:cxn>
                  <a:cxn ang="0">
                    <a:pos x="168" y="55"/>
                  </a:cxn>
                  <a:cxn ang="0">
                    <a:pos x="168" y="13"/>
                  </a:cxn>
                  <a:cxn ang="0">
                    <a:pos x="164" y="2"/>
                  </a:cxn>
                  <a:cxn ang="0">
                    <a:pos x="135" y="0"/>
                  </a:cxn>
                  <a:cxn ang="0">
                    <a:pos x="129" y="10"/>
                  </a:cxn>
                  <a:cxn ang="0">
                    <a:pos x="124" y="52"/>
                  </a:cxn>
                  <a:cxn ang="0">
                    <a:pos x="74" y="76"/>
                  </a:cxn>
                  <a:cxn ang="0">
                    <a:pos x="37" y="55"/>
                  </a:cxn>
                  <a:cxn ang="0">
                    <a:pos x="26" y="53"/>
                  </a:cxn>
                  <a:cxn ang="0">
                    <a:pos x="10" y="78"/>
                  </a:cxn>
                  <a:cxn ang="0">
                    <a:pos x="16" y="87"/>
                  </a:cxn>
                  <a:cxn ang="0">
                    <a:pos x="49" y="113"/>
                  </a:cxn>
                  <a:cxn ang="0">
                    <a:pos x="43" y="140"/>
                  </a:cxn>
                  <a:cxn ang="0">
                    <a:pos x="45" y="168"/>
                  </a:cxn>
                  <a:cxn ang="0">
                    <a:pos x="8" y="189"/>
                  </a:cxn>
                  <a:cxn ang="0">
                    <a:pos x="1" y="198"/>
                  </a:cxn>
                  <a:cxn ang="0">
                    <a:pos x="14" y="225"/>
                  </a:cxn>
                  <a:cxn ang="0">
                    <a:pos x="25" y="224"/>
                  </a:cxn>
                  <a:cxn ang="0">
                    <a:pos x="64" y="208"/>
                  </a:cxn>
                  <a:cxn ang="0">
                    <a:pos x="110" y="239"/>
                  </a:cxn>
                  <a:cxn ang="0">
                    <a:pos x="110" y="282"/>
                  </a:cxn>
                  <a:cxn ang="0">
                    <a:pos x="114" y="292"/>
                  </a:cxn>
                  <a:cxn ang="0">
                    <a:pos x="143" y="294"/>
                  </a:cxn>
                  <a:cxn ang="0">
                    <a:pos x="149" y="284"/>
                  </a:cxn>
                  <a:cxn ang="0">
                    <a:pos x="154" y="243"/>
                  </a:cxn>
                  <a:cxn ang="0">
                    <a:pos x="205" y="218"/>
                  </a:cxn>
                  <a:cxn ang="0">
                    <a:pos x="241" y="240"/>
                  </a:cxn>
                  <a:cxn ang="0">
                    <a:pos x="252" y="242"/>
                  </a:cxn>
                  <a:cxn ang="0">
                    <a:pos x="269" y="217"/>
                  </a:cxn>
                  <a:cxn ang="0">
                    <a:pos x="263" y="207"/>
                  </a:cxn>
                  <a:cxn ang="0">
                    <a:pos x="229" y="182"/>
                  </a:cxn>
                  <a:cxn ang="0">
                    <a:pos x="235" y="154"/>
                  </a:cxn>
                  <a:cxn ang="0">
                    <a:pos x="233" y="126"/>
                  </a:cxn>
                  <a:cxn ang="0">
                    <a:pos x="270" y="105"/>
                  </a:cxn>
                  <a:cxn ang="0">
                    <a:pos x="277" y="97"/>
                  </a:cxn>
                  <a:cxn ang="0">
                    <a:pos x="139" y="222"/>
                  </a:cxn>
                  <a:cxn ang="0">
                    <a:pos x="65" y="147"/>
                  </a:cxn>
                  <a:cxn ang="0">
                    <a:pos x="139" y="73"/>
                  </a:cxn>
                  <a:cxn ang="0">
                    <a:pos x="214" y="147"/>
                  </a:cxn>
                  <a:cxn ang="0">
                    <a:pos x="139" y="222"/>
                  </a:cxn>
                </a:cxnLst>
                <a:rect l="0" t="0" r="r" b="b"/>
                <a:pathLst>
                  <a:path w="278" h="295">
                    <a:moveTo>
                      <a:pt x="277" y="97"/>
                    </a:moveTo>
                    <a:cubicBezTo>
                      <a:pt x="264" y="70"/>
                      <a:pt x="264" y="70"/>
                      <a:pt x="264" y="70"/>
                    </a:cubicBezTo>
                    <a:cubicBezTo>
                      <a:pt x="263" y="68"/>
                      <a:pt x="258" y="68"/>
                      <a:pt x="253" y="70"/>
                    </a:cubicBezTo>
                    <a:cubicBezTo>
                      <a:pt x="214" y="86"/>
                      <a:pt x="214" y="86"/>
                      <a:pt x="214" y="86"/>
                    </a:cubicBezTo>
                    <a:cubicBezTo>
                      <a:pt x="202" y="72"/>
                      <a:pt x="186" y="61"/>
                      <a:pt x="168" y="55"/>
                    </a:cubicBezTo>
                    <a:cubicBezTo>
                      <a:pt x="168" y="13"/>
                      <a:pt x="168" y="13"/>
                      <a:pt x="168" y="13"/>
                    </a:cubicBezTo>
                    <a:cubicBezTo>
                      <a:pt x="168" y="8"/>
                      <a:pt x="167" y="3"/>
                      <a:pt x="164" y="2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3" y="0"/>
                      <a:pt x="130" y="5"/>
                      <a:pt x="129" y="10"/>
                    </a:cubicBezTo>
                    <a:cubicBezTo>
                      <a:pt x="124" y="52"/>
                      <a:pt x="124" y="52"/>
                      <a:pt x="124" y="52"/>
                    </a:cubicBezTo>
                    <a:cubicBezTo>
                      <a:pt x="105" y="55"/>
                      <a:pt x="87" y="64"/>
                      <a:pt x="74" y="76"/>
                    </a:cubicBezTo>
                    <a:cubicBezTo>
                      <a:pt x="37" y="55"/>
                      <a:pt x="37" y="55"/>
                      <a:pt x="37" y="55"/>
                    </a:cubicBezTo>
                    <a:cubicBezTo>
                      <a:pt x="33" y="52"/>
                      <a:pt x="28" y="51"/>
                      <a:pt x="26" y="53"/>
                    </a:cubicBezTo>
                    <a:cubicBezTo>
                      <a:pt x="10" y="78"/>
                      <a:pt x="10" y="78"/>
                      <a:pt x="10" y="78"/>
                    </a:cubicBezTo>
                    <a:cubicBezTo>
                      <a:pt x="8" y="79"/>
                      <a:pt x="11" y="84"/>
                      <a:pt x="16" y="87"/>
                    </a:cubicBezTo>
                    <a:cubicBezTo>
                      <a:pt x="49" y="113"/>
                      <a:pt x="49" y="113"/>
                      <a:pt x="49" y="113"/>
                    </a:cubicBezTo>
                    <a:cubicBezTo>
                      <a:pt x="46" y="121"/>
                      <a:pt x="44" y="131"/>
                      <a:pt x="43" y="140"/>
                    </a:cubicBezTo>
                    <a:cubicBezTo>
                      <a:pt x="42" y="150"/>
                      <a:pt x="43" y="159"/>
                      <a:pt x="45" y="168"/>
                    </a:cubicBezTo>
                    <a:cubicBezTo>
                      <a:pt x="8" y="189"/>
                      <a:pt x="8" y="189"/>
                      <a:pt x="8" y="189"/>
                    </a:cubicBezTo>
                    <a:cubicBezTo>
                      <a:pt x="3" y="192"/>
                      <a:pt x="0" y="196"/>
                      <a:pt x="1" y="198"/>
                    </a:cubicBezTo>
                    <a:cubicBezTo>
                      <a:pt x="14" y="225"/>
                      <a:pt x="14" y="225"/>
                      <a:pt x="14" y="225"/>
                    </a:cubicBezTo>
                    <a:cubicBezTo>
                      <a:pt x="15" y="227"/>
                      <a:pt x="20" y="226"/>
                      <a:pt x="25" y="224"/>
                    </a:cubicBezTo>
                    <a:cubicBezTo>
                      <a:pt x="64" y="208"/>
                      <a:pt x="64" y="208"/>
                      <a:pt x="64" y="208"/>
                    </a:cubicBezTo>
                    <a:cubicBezTo>
                      <a:pt x="76" y="223"/>
                      <a:pt x="92" y="234"/>
                      <a:pt x="110" y="239"/>
                    </a:cubicBezTo>
                    <a:cubicBezTo>
                      <a:pt x="110" y="282"/>
                      <a:pt x="110" y="282"/>
                      <a:pt x="110" y="282"/>
                    </a:cubicBezTo>
                    <a:cubicBezTo>
                      <a:pt x="110" y="287"/>
                      <a:pt x="112" y="292"/>
                      <a:pt x="114" y="292"/>
                    </a:cubicBezTo>
                    <a:cubicBezTo>
                      <a:pt x="143" y="294"/>
                      <a:pt x="143" y="294"/>
                      <a:pt x="143" y="294"/>
                    </a:cubicBezTo>
                    <a:cubicBezTo>
                      <a:pt x="146" y="295"/>
                      <a:pt x="148" y="290"/>
                      <a:pt x="149" y="284"/>
                    </a:cubicBezTo>
                    <a:cubicBezTo>
                      <a:pt x="154" y="243"/>
                      <a:pt x="154" y="243"/>
                      <a:pt x="154" y="243"/>
                    </a:cubicBezTo>
                    <a:cubicBezTo>
                      <a:pt x="173" y="240"/>
                      <a:pt x="191" y="231"/>
                      <a:pt x="205" y="218"/>
                    </a:cubicBezTo>
                    <a:cubicBezTo>
                      <a:pt x="241" y="240"/>
                      <a:pt x="241" y="240"/>
                      <a:pt x="241" y="240"/>
                    </a:cubicBezTo>
                    <a:cubicBezTo>
                      <a:pt x="246" y="243"/>
                      <a:pt x="251" y="243"/>
                      <a:pt x="252" y="242"/>
                    </a:cubicBezTo>
                    <a:cubicBezTo>
                      <a:pt x="269" y="217"/>
                      <a:pt x="269" y="217"/>
                      <a:pt x="269" y="217"/>
                    </a:cubicBezTo>
                    <a:cubicBezTo>
                      <a:pt x="270" y="215"/>
                      <a:pt x="267" y="211"/>
                      <a:pt x="263" y="207"/>
                    </a:cubicBezTo>
                    <a:cubicBezTo>
                      <a:pt x="229" y="182"/>
                      <a:pt x="229" y="182"/>
                      <a:pt x="229" y="182"/>
                    </a:cubicBezTo>
                    <a:cubicBezTo>
                      <a:pt x="233" y="173"/>
                      <a:pt x="235" y="164"/>
                      <a:pt x="235" y="154"/>
                    </a:cubicBezTo>
                    <a:cubicBezTo>
                      <a:pt x="236" y="145"/>
                      <a:pt x="235" y="135"/>
                      <a:pt x="233" y="126"/>
                    </a:cubicBezTo>
                    <a:cubicBezTo>
                      <a:pt x="270" y="105"/>
                      <a:pt x="270" y="105"/>
                      <a:pt x="270" y="105"/>
                    </a:cubicBezTo>
                    <a:cubicBezTo>
                      <a:pt x="275" y="103"/>
                      <a:pt x="278" y="99"/>
                      <a:pt x="277" y="97"/>
                    </a:cubicBezTo>
                    <a:close/>
                    <a:moveTo>
                      <a:pt x="139" y="222"/>
                    </a:moveTo>
                    <a:cubicBezTo>
                      <a:pt x="98" y="222"/>
                      <a:pt x="65" y="189"/>
                      <a:pt x="65" y="147"/>
                    </a:cubicBezTo>
                    <a:cubicBezTo>
                      <a:pt x="65" y="106"/>
                      <a:pt x="98" y="73"/>
                      <a:pt x="139" y="73"/>
                    </a:cubicBezTo>
                    <a:cubicBezTo>
                      <a:pt x="180" y="73"/>
                      <a:pt x="214" y="106"/>
                      <a:pt x="214" y="147"/>
                    </a:cubicBezTo>
                    <a:cubicBezTo>
                      <a:pt x="214" y="189"/>
                      <a:pt x="180" y="222"/>
                      <a:pt x="139" y="22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7" name="Freeform 8">
                <a:extLst>
                  <a:ext uri="{FF2B5EF4-FFF2-40B4-BE49-F238E27FC236}">
                    <a16:creationId xmlns:a16="http://schemas.microsoft.com/office/drawing/2014/main" id="{09D00998-3423-DA88-CA77-AB5C4C7268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39494" y="1872633"/>
                <a:ext cx="221280" cy="222426"/>
              </a:xfrm>
              <a:custGeom>
                <a:avLst/>
                <a:gdLst/>
                <a:ahLst/>
                <a:cxnLst>
                  <a:cxn ang="0">
                    <a:pos x="70" y="0"/>
                  </a:cxn>
                  <a:cxn ang="0">
                    <a:pos x="0" y="70"/>
                  </a:cxn>
                  <a:cxn ang="0">
                    <a:pos x="70" y="141"/>
                  </a:cxn>
                  <a:cxn ang="0">
                    <a:pos x="140" y="70"/>
                  </a:cxn>
                  <a:cxn ang="0">
                    <a:pos x="70" y="0"/>
                  </a:cxn>
                  <a:cxn ang="0">
                    <a:pos x="94" y="31"/>
                  </a:cxn>
                  <a:cxn ang="0">
                    <a:pos x="109" y="31"/>
                  </a:cxn>
                  <a:cxn ang="0">
                    <a:pos x="109" y="46"/>
                  </a:cxn>
                  <a:cxn ang="0">
                    <a:pos x="94" y="46"/>
                  </a:cxn>
                  <a:cxn ang="0">
                    <a:pos x="94" y="31"/>
                  </a:cxn>
                  <a:cxn ang="0">
                    <a:pos x="70" y="15"/>
                  </a:cxn>
                  <a:cxn ang="0">
                    <a:pos x="80" y="26"/>
                  </a:cxn>
                  <a:cxn ang="0">
                    <a:pos x="70" y="36"/>
                  </a:cxn>
                  <a:cxn ang="0">
                    <a:pos x="60" y="26"/>
                  </a:cxn>
                  <a:cxn ang="0">
                    <a:pos x="70" y="15"/>
                  </a:cxn>
                  <a:cxn ang="0">
                    <a:pos x="31" y="31"/>
                  </a:cxn>
                  <a:cxn ang="0">
                    <a:pos x="46" y="31"/>
                  </a:cxn>
                  <a:cxn ang="0">
                    <a:pos x="46" y="46"/>
                  </a:cxn>
                  <a:cxn ang="0">
                    <a:pos x="31" y="46"/>
                  </a:cxn>
                  <a:cxn ang="0">
                    <a:pos x="31" y="31"/>
                  </a:cxn>
                  <a:cxn ang="0">
                    <a:pos x="15" y="70"/>
                  </a:cxn>
                  <a:cxn ang="0">
                    <a:pos x="25" y="60"/>
                  </a:cxn>
                  <a:cxn ang="0">
                    <a:pos x="36" y="70"/>
                  </a:cxn>
                  <a:cxn ang="0">
                    <a:pos x="25" y="81"/>
                  </a:cxn>
                  <a:cxn ang="0">
                    <a:pos x="15" y="70"/>
                  </a:cxn>
                  <a:cxn ang="0">
                    <a:pos x="46" y="109"/>
                  </a:cxn>
                  <a:cxn ang="0">
                    <a:pos x="31" y="109"/>
                  </a:cxn>
                  <a:cxn ang="0">
                    <a:pos x="31" y="95"/>
                  </a:cxn>
                  <a:cxn ang="0">
                    <a:pos x="46" y="95"/>
                  </a:cxn>
                  <a:cxn ang="0">
                    <a:pos x="46" y="109"/>
                  </a:cxn>
                  <a:cxn ang="0">
                    <a:pos x="70" y="125"/>
                  </a:cxn>
                  <a:cxn ang="0">
                    <a:pos x="60" y="115"/>
                  </a:cxn>
                  <a:cxn ang="0">
                    <a:pos x="70" y="105"/>
                  </a:cxn>
                  <a:cxn ang="0">
                    <a:pos x="80" y="115"/>
                  </a:cxn>
                  <a:cxn ang="0">
                    <a:pos x="70" y="125"/>
                  </a:cxn>
                  <a:cxn ang="0">
                    <a:pos x="70" y="97"/>
                  </a:cxn>
                  <a:cxn ang="0">
                    <a:pos x="44" y="70"/>
                  </a:cxn>
                  <a:cxn ang="0">
                    <a:pos x="70" y="44"/>
                  </a:cxn>
                  <a:cxn ang="0">
                    <a:pos x="96" y="70"/>
                  </a:cxn>
                  <a:cxn ang="0">
                    <a:pos x="70" y="97"/>
                  </a:cxn>
                  <a:cxn ang="0">
                    <a:pos x="109" y="109"/>
                  </a:cxn>
                  <a:cxn ang="0">
                    <a:pos x="94" y="109"/>
                  </a:cxn>
                  <a:cxn ang="0">
                    <a:pos x="94" y="95"/>
                  </a:cxn>
                  <a:cxn ang="0">
                    <a:pos x="109" y="95"/>
                  </a:cxn>
                  <a:cxn ang="0">
                    <a:pos x="109" y="109"/>
                  </a:cxn>
                  <a:cxn ang="0">
                    <a:pos x="115" y="81"/>
                  </a:cxn>
                  <a:cxn ang="0">
                    <a:pos x="104" y="70"/>
                  </a:cxn>
                  <a:cxn ang="0">
                    <a:pos x="115" y="60"/>
                  </a:cxn>
                  <a:cxn ang="0">
                    <a:pos x="125" y="70"/>
                  </a:cxn>
                  <a:cxn ang="0">
                    <a:pos x="115" y="81"/>
                  </a:cxn>
                </a:cxnLst>
                <a:rect l="0" t="0" r="r" b="b"/>
                <a:pathLst>
                  <a:path w="140" h="141">
                    <a:moveTo>
                      <a:pt x="70" y="0"/>
                    </a:moveTo>
                    <a:cubicBezTo>
                      <a:pt x="31" y="0"/>
                      <a:pt x="0" y="32"/>
                      <a:pt x="0" y="70"/>
                    </a:cubicBezTo>
                    <a:cubicBezTo>
                      <a:pt x="0" y="109"/>
                      <a:pt x="31" y="141"/>
                      <a:pt x="70" y="141"/>
                    </a:cubicBezTo>
                    <a:cubicBezTo>
                      <a:pt x="109" y="141"/>
                      <a:pt x="140" y="109"/>
                      <a:pt x="140" y="70"/>
                    </a:cubicBezTo>
                    <a:cubicBezTo>
                      <a:pt x="140" y="32"/>
                      <a:pt x="109" y="0"/>
                      <a:pt x="70" y="0"/>
                    </a:cubicBezTo>
                    <a:close/>
                    <a:moveTo>
                      <a:pt x="94" y="31"/>
                    </a:moveTo>
                    <a:cubicBezTo>
                      <a:pt x="98" y="27"/>
                      <a:pt x="105" y="27"/>
                      <a:pt x="109" y="31"/>
                    </a:cubicBezTo>
                    <a:cubicBezTo>
                      <a:pt x="113" y="36"/>
                      <a:pt x="113" y="42"/>
                      <a:pt x="109" y="46"/>
                    </a:cubicBezTo>
                    <a:cubicBezTo>
                      <a:pt x="105" y="50"/>
                      <a:pt x="98" y="50"/>
                      <a:pt x="94" y="46"/>
                    </a:cubicBezTo>
                    <a:cubicBezTo>
                      <a:pt x="90" y="42"/>
                      <a:pt x="90" y="36"/>
                      <a:pt x="94" y="31"/>
                    </a:cubicBezTo>
                    <a:close/>
                    <a:moveTo>
                      <a:pt x="70" y="15"/>
                    </a:moveTo>
                    <a:cubicBezTo>
                      <a:pt x="76" y="15"/>
                      <a:pt x="80" y="20"/>
                      <a:pt x="80" y="26"/>
                    </a:cubicBezTo>
                    <a:cubicBezTo>
                      <a:pt x="80" y="31"/>
                      <a:pt x="76" y="36"/>
                      <a:pt x="70" y="36"/>
                    </a:cubicBezTo>
                    <a:cubicBezTo>
                      <a:pt x="64" y="36"/>
                      <a:pt x="60" y="31"/>
                      <a:pt x="60" y="26"/>
                    </a:cubicBezTo>
                    <a:cubicBezTo>
                      <a:pt x="60" y="20"/>
                      <a:pt x="64" y="15"/>
                      <a:pt x="70" y="15"/>
                    </a:cubicBezTo>
                    <a:close/>
                    <a:moveTo>
                      <a:pt x="31" y="31"/>
                    </a:moveTo>
                    <a:cubicBezTo>
                      <a:pt x="35" y="27"/>
                      <a:pt x="42" y="27"/>
                      <a:pt x="46" y="31"/>
                    </a:cubicBezTo>
                    <a:cubicBezTo>
                      <a:pt x="50" y="36"/>
                      <a:pt x="50" y="42"/>
                      <a:pt x="46" y="46"/>
                    </a:cubicBezTo>
                    <a:cubicBezTo>
                      <a:pt x="42" y="50"/>
                      <a:pt x="35" y="50"/>
                      <a:pt x="31" y="46"/>
                    </a:cubicBezTo>
                    <a:cubicBezTo>
                      <a:pt x="27" y="42"/>
                      <a:pt x="27" y="36"/>
                      <a:pt x="31" y="31"/>
                    </a:cubicBezTo>
                    <a:close/>
                    <a:moveTo>
                      <a:pt x="15" y="70"/>
                    </a:moveTo>
                    <a:cubicBezTo>
                      <a:pt x="15" y="65"/>
                      <a:pt x="20" y="60"/>
                      <a:pt x="25" y="60"/>
                    </a:cubicBezTo>
                    <a:cubicBezTo>
                      <a:pt x="31" y="60"/>
                      <a:pt x="36" y="65"/>
                      <a:pt x="36" y="70"/>
                    </a:cubicBezTo>
                    <a:cubicBezTo>
                      <a:pt x="36" y="76"/>
                      <a:pt x="31" y="81"/>
                      <a:pt x="25" y="81"/>
                    </a:cubicBezTo>
                    <a:cubicBezTo>
                      <a:pt x="20" y="81"/>
                      <a:pt x="15" y="76"/>
                      <a:pt x="15" y="70"/>
                    </a:cubicBezTo>
                    <a:close/>
                    <a:moveTo>
                      <a:pt x="46" y="109"/>
                    </a:moveTo>
                    <a:cubicBezTo>
                      <a:pt x="42" y="113"/>
                      <a:pt x="35" y="113"/>
                      <a:pt x="31" y="109"/>
                    </a:cubicBezTo>
                    <a:cubicBezTo>
                      <a:pt x="27" y="105"/>
                      <a:pt x="27" y="99"/>
                      <a:pt x="31" y="95"/>
                    </a:cubicBezTo>
                    <a:cubicBezTo>
                      <a:pt x="35" y="91"/>
                      <a:pt x="42" y="91"/>
                      <a:pt x="46" y="95"/>
                    </a:cubicBezTo>
                    <a:cubicBezTo>
                      <a:pt x="50" y="99"/>
                      <a:pt x="50" y="105"/>
                      <a:pt x="46" y="109"/>
                    </a:cubicBezTo>
                    <a:close/>
                    <a:moveTo>
                      <a:pt x="70" y="125"/>
                    </a:moveTo>
                    <a:cubicBezTo>
                      <a:pt x="64" y="125"/>
                      <a:pt x="60" y="121"/>
                      <a:pt x="60" y="115"/>
                    </a:cubicBezTo>
                    <a:cubicBezTo>
                      <a:pt x="60" y="109"/>
                      <a:pt x="64" y="105"/>
                      <a:pt x="70" y="105"/>
                    </a:cubicBezTo>
                    <a:cubicBezTo>
                      <a:pt x="76" y="105"/>
                      <a:pt x="80" y="109"/>
                      <a:pt x="80" y="115"/>
                    </a:cubicBezTo>
                    <a:cubicBezTo>
                      <a:pt x="80" y="121"/>
                      <a:pt x="76" y="125"/>
                      <a:pt x="70" y="125"/>
                    </a:cubicBezTo>
                    <a:close/>
                    <a:moveTo>
                      <a:pt x="70" y="97"/>
                    </a:moveTo>
                    <a:cubicBezTo>
                      <a:pt x="56" y="97"/>
                      <a:pt x="44" y="85"/>
                      <a:pt x="44" y="70"/>
                    </a:cubicBezTo>
                    <a:cubicBezTo>
                      <a:pt x="44" y="56"/>
                      <a:pt x="56" y="44"/>
                      <a:pt x="70" y="44"/>
                    </a:cubicBezTo>
                    <a:cubicBezTo>
                      <a:pt x="85" y="44"/>
                      <a:pt x="96" y="56"/>
                      <a:pt x="96" y="70"/>
                    </a:cubicBezTo>
                    <a:cubicBezTo>
                      <a:pt x="96" y="85"/>
                      <a:pt x="85" y="97"/>
                      <a:pt x="70" y="97"/>
                    </a:cubicBezTo>
                    <a:close/>
                    <a:moveTo>
                      <a:pt x="109" y="109"/>
                    </a:moveTo>
                    <a:cubicBezTo>
                      <a:pt x="105" y="113"/>
                      <a:pt x="98" y="113"/>
                      <a:pt x="94" y="109"/>
                    </a:cubicBezTo>
                    <a:cubicBezTo>
                      <a:pt x="90" y="105"/>
                      <a:pt x="90" y="99"/>
                      <a:pt x="94" y="95"/>
                    </a:cubicBezTo>
                    <a:cubicBezTo>
                      <a:pt x="98" y="91"/>
                      <a:pt x="105" y="91"/>
                      <a:pt x="109" y="95"/>
                    </a:cubicBezTo>
                    <a:cubicBezTo>
                      <a:pt x="113" y="99"/>
                      <a:pt x="113" y="105"/>
                      <a:pt x="109" y="109"/>
                    </a:cubicBezTo>
                    <a:close/>
                    <a:moveTo>
                      <a:pt x="115" y="81"/>
                    </a:moveTo>
                    <a:cubicBezTo>
                      <a:pt x="109" y="81"/>
                      <a:pt x="104" y="76"/>
                      <a:pt x="104" y="70"/>
                    </a:cubicBezTo>
                    <a:cubicBezTo>
                      <a:pt x="104" y="65"/>
                      <a:pt x="109" y="60"/>
                      <a:pt x="115" y="60"/>
                    </a:cubicBezTo>
                    <a:cubicBezTo>
                      <a:pt x="120" y="60"/>
                      <a:pt x="125" y="65"/>
                      <a:pt x="125" y="70"/>
                    </a:cubicBezTo>
                    <a:cubicBezTo>
                      <a:pt x="125" y="76"/>
                      <a:pt x="120" y="81"/>
                      <a:pt x="115" y="8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8" name="Oval 9">
                <a:extLst>
                  <a:ext uri="{FF2B5EF4-FFF2-40B4-BE49-F238E27FC236}">
                    <a16:creationId xmlns:a16="http://schemas.microsoft.com/office/drawing/2014/main" id="{E3A9E72C-39C4-3018-6A3A-ABAB4C0E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337" y="1959769"/>
                <a:ext cx="50447" cy="48154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9" name="Freeform 10">
                <a:extLst>
                  <a:ext uri="{FF2B5EF4-FFF2-40B4-BE49-F238E27FC236}">
                    <a16:creationId xmlns:a16="http://schemas.microsoft.com/office/drawing/2014/main" id="{C4C578A3-5F83-3033-D31A-413A1FDF420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43690" y="2655711"/>
                <a:ext cx="465490" cy="464344"/>
              </a:xfrm>
              <a:custGeom>
                <a:avLst/>
                <a:gdLst/>
                <a:ahLst/>
                <a:cxnLst>
                  <a:cxn ang="0">
                    <a:pos x="283" y="89"/>
                  </a:cxn>
                  <a:cxn ang="0">
                    <a:pos x="261" y="91"/>
                  </a:cxn>
                  <a:cxn ang="0">
                    <a:pos x="252" y="47"/>
                  </a:cxn>
                  <a:cxn ang="0">
                    <a:pos x="237" y="30"/>
                  </a:cxn>
                  <a:cxn ang="0">
                    <a:pos x="218" y="42"/>
                  </a:cxn>
                  <a:cxn ang="0">
                    <a:pos x="200" y="12"/>
                  </a:cxn>
                  <a:cxn ang="0">
                    <a:pos x="179" y="3"/>
                  </a:cxn>
                  <a:cxn ang="0">
                    <a:pos x="167" y="22"/>
                  </a:cxn>
                  <a:cxn ang="0">
                    <a:pos x="137" y="3"/>
                  </a:cxn>
                  <a:cxn ang="0">
                    <a:pos x="114" y="4"/>
                  </a:cxn>
                  <a:cxn ang="0">
                    <a:pos x="112" y="26"/>
                  </a:cxn>
                  <a:cxn ang="0">
                    <a:pos x="77" y="21"/>
                  </a:cxn>
                  <a:cxn ang="0">
                    <a:pos x="57" y="31"/>
                  </a:cxn>
                  <a:cxn ang="0">
                    <a:pos x="64" y="52"/>
                  </a:cxn>
                  <a:cxn ang="0">
                    <a:pos x="30" y="63"/>
                  </a:cxn>
                  <a:cxn ang="0">
                    <a:pos x="16" y="80"/>
                  </a:cxn>
                  <a:cxn ang="0">
                    <a:pos x="32" y="96"/>
                  </a:cxn>
                  <a:cxn ang="0">
                    <a:pos x="5" y="120"/>
                  </a:cxn>
                  <a:cxn ang="0">
                    <a:pos x="0" y="142"/>
                  </a:cxn>
                  <a:cxn ang="0">
                    <a:pos x="21" y="150"/>
                  </a:cxn>
                  <a:cxn ang="0">
                    <a:pos x="24" y="174"/>
                  </a:cxn>
                  <a:cxn ang="0">
                    <a:pos x="6" y="187"/>
                  </a:cxn>
                  <a:cxn ang="0">
                    <a:pos x="16" y="207"/>
                  </a:cxn>
                  <a:cxn ang="0">
                    <a:pos x="54" y="232"/>
                  </a:cxn>
                  <a:cxn ang="0">
                    <a:pos x="44" y="252"/>
                  </a:cxn>
                  <a:cxn ang="0">
                    <a:pos x="63" y="265"/>
                  </a:cxn>
                  <a:cxn ang="0">
                    <a:pos x="98" y="264"/>
                  </a:cxn>
                  <a:cxn ang="0">
                    <a:pos x="98" y="286"/>
                  </a:cxn>
                  <a:cxn ang="0">
                    <a:pos x="120" y="290"/>
                  </a:cxn>
                  <a:cxn ang="0">
                    <a:pos x="153" y="274"/>
                  </a:cxn>
                  <a:cxn ang="0">
                    <a:pos x="162" y="294"/>
                  </a:cxn>
                  <a:cxn ang="0">
                    <a:pos x="184" y="288"/>
                  </a:cxn>
                  <a:cxn ang="0">
                    <a:pos x="206" y="260"/>
                  </a:cxn>
                  <a:cxn ang="0">
                    <a:pos x="223" y="274"/>
                  </a:cxn>
                  <a:cxn ang="0">
                    <a:pos x="240" y="259"/>
                  </a:cxn>
                  <a:cxn ang="0">
                    <a:pos x="248" y="225"/>
                  </a:cxn>
                  <a:cxn ang="0">
                    <a:pos x="269" y="230"/>
                  </a:cxn>
                  <a:cxn ang="0">
                    <a:pos x="278" y="210"/>
                  </a:cxn>
                  <a:cxn ang="0">
                    <a:pos x="271" y="175"/>
                  </a:cxn>
                  <a:cxn ang="0">
                    <a:pos x="293" y="171"/>
                  </a:cxn>
                  <a:cxn ang="0">
                    <a:pos x="293" y="149"/>
                  </a:cxn>
                  <a:cxn ang="0">
                    <a:pos x="273" y="127"/>
                  </a:cxn>
                  <a:cxn ang="0">
                    <a:pos x="288" y="111"/>
                  </a:cxn>
                  <a:cxn ang="0">
                    <a:pos x="215" y="228"/>
                  </a:cxn>
                  <a:cxn ang="0">
                    <a:pos x="175" y="248"/>
                  </a:cxn>
                  <a:cxn ang="0">
                    <a:pos x="154" y="252"/>
                  </a:cxn>
                  <a:cxn ang="0">
                    <a:pos x="109" y="245"/>
                  </a:cxn>
                  <a:cxn ang="0">
                    <a:pos x="66" y="212"/>
                  </a:cxn>
                  <a:cxn ang="0">
                    <a:pos x="46" y="171"/>
                  </a:cxn>
                  <a:cxn ang="0">
                    <a:pos x="43" y="147"/>
                  </a:cxn>
                  <a:cxn ang="0">
                    <a:pos x="53" y="103"/>
                  </a:cxn>
                  <a:cxn ang="0">
                    <a:pos x="81" y="67"/>
                  </a:cxn>
                  <a:cxn ang="0">
                    <a:pos x="121" y="46"/>
                  </a:cxn>
                  <a:cxn ang="0">
                    <a:pos x="142" y="43"/>
                  </a:cxn>
                  <a:cxn ang="0">
                    <a:pos x="186" y="50"/>
                  </a:cxn>
                  <a:cxn ang="0">
                    <a:pos x="230" y="82"/>
                  </a:cxn>
                  <a:cxn ang="0">
                    <a:pos x="250" y="123"/>
                  </a:cxn>
                  <a:cxn ang="0">
                    <a:pos x="252" y="147"/>
                  </a:cxn>
                  <a:cxn ang="0">
                    <a:pos x="243" y="192"/>
                  </a:cxn>
                  <a:cxn ang="0">
                    <a:pos x="215" y="228"/>
                  </a:cxn>
                </a:cxnLst>
                <a:rect l="0" t="0" r="r" b="b"/>
                <a:pathLst>
                  <a:path w="295" h="294">
                    <a:moveTo>
                      <a:pt x="290" y="108"/>
                    </a:moveTo>
                    <a:cubicBezTo>
                      <a:pt x="283" y="89"/>
                      <a:pt x="283" y="89"/>
                      <a:pt x="283" y="89"/>
                    </a:cubicBezTo>
                    <a:cubicBezTo>
                      <a:pt x="283" y="88"/>
                      <a:pt x="281" y="87"/>
                      <a:pt x="280" y="87"/>
                    </a:cubicBezTo>
                    <a:cubicBezTo>
                      <a:pt x="261" y="91"/>
                      <a:pt x="261" y="91"/>
                      <a:pt x="261" y="91"/>
                    </a:cubicBezTo>
                    <a:cubicBezTo>
                      <a:pt x="256" y="81"/>
                      <a:pt x="250" y="71"/>
                      <a:pt x="242" y="63"/>
                    </a:cubicBezTo>
                    <a:cubicBezTo>
                      <a:pt x="252" y="47"/>
                      <a:pt x="252" y="47"/>
                      <a:pt x="252" y="47"/>
                    </a:cubicBezTo>
                    <a:cubicBezTo>
                      <a:pt x="253" y="45"/>
                      <a:pt x="253" y="43"/>
                      <a:pt x="252" y="42"/>
                    </a:cubicBezTo>
                    <a:cubicBezTo>
                      <a:pt x="237" y="30"/>
                      <a:pt x="237" y="30"/>
                      <a:pt x="237" y="30"/>
                    </a:cubicBezTo>
                    <a:cubicBezTo>
                      <a:pt x="236" y="29"/>
                      <a:pt x="234" y="29"/>
                      <a:pt x="233" y="30"/>
                    </a:cubicBezTo>
                    <a:cubicBezTo>
                      <a:pt x="218" y="42"/>
                      <a:pt x="218" y="42"/>
                      <a:pt x="218" y="42"/>
                    </a:cubicBezTo>
                    <a:cubicBezTo>
                      <a:pt x="212" y="38"/>
                      <a:pt x="205" y="34"/>
                      <a:pt x="197" y="31"/>
                    </a:cubicBezTo>
                    <a:cubicBezTo>
                      <a:pt x="200" y="12"/>
                      <a:pt x="200" y="12"/>
                      <a:pt x="200" y="12"/>
                    </a:cubicBezTo>
                    <a:cubicBezTo>
                      <a:pt x="200" y="10"/>
                      <a:pt x="199" y="9"/>
                      <a:pt x="198" y="8"/>
                    </a:cubicBezTo>
                    <a:cubicBezTo>
                      <a:pt x="179" y="3"/>
                      <a:pt x="179" y="3"/>
                      <a:pt x="179" y="3"/>
                    </a:cubicBezTo>
                    <a:cubicBezTo>
                      <a:pt x="178" y="3"/>
                      <a:pt x="176" y="4"/>
                      <a:pt x="175" y="5"/>
                    </a:cubicBezTo>
                    <a:cubicBezTo>
                      <a:pt x="167" y="22"/>
                      <a:pt x="167" y="22"/>
                      <a:pt x="167" y="22"/>
                    </a:cubicBezTo>
                    <a:cubicBezTo>
                      <a:pt x="159" y="21"/>
                      <a:pt x="151" y="20"/>
                      <a:pt x="143" y="21"/>
                    </a:cubicBezTo>
                    <a:cubicBezTo>
                      <a:pt x="137" y="3"/>
                      <a:pt x="137" y="3"/>
                      <a:pt x="137" y="3"/>
                    </a:cubicBezTo>
                    <a:cubicBezTo>
                      <a:pt x="136" y="1"/>
                      <a:pt x="135" y="0"/>
                      <a:pt x="133" y="1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3" y="4"/>
                      <a:pt x="112" y="5"/>
                      <a:pt x="112" y="7"/>
                    </a:cubicBezTo>
                    <a:cubicBezTo>
                      <a:pt x="112" y="26"/>
                      <a:pt x="112" y="26"/>
                      <a:pt x="112" y="26"/>
                    </a:cubicBezTo>
                    <a:cubicBezTo>
                      <a:pt x="104" y="28"/>
                      <a:pt x="97" y="31"/>
                      <a:pt x="90" y="35"/>
                    </a:cubicBezTo>
                    <a:cubicBezTo>
                      <a:pt x="77" y="21"/>
                      <a:pt x="77" y="21"/>
                      <a:pt x="77" y="21"/>
                    </a:cubicBezTo>
                    <a:cubicBezTo>
                      <a:pt x="76" y="20"/>
                      <a:pt x="74" y="19"/>
                      <a:pt x="73" y="20"/>
                    </a:cubicBezTo>
                    <a:cubicBezTo>
                      <a:pt x="57" y="31"/>
                      <a:pt x="57" y="31"/>
                      <a:pt x="57" y="31"/>
                    </a:cubicBezTo>
                    <a:cubicBezTo>
                      <a:pt x="56" y="32"/>
                      <a:pt x="55" y="34"/>
                      <a:pt x="56" y="35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58" y="58"/>
                      <a:pt x="53" y="63"/>
                      <a:pt x="48" y="70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2"/>
                      <a:pt x="27" y="63"/>
                      <a:pt x="26" y="64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15" y="82"/>
                      <a:pt x="16" y="84"/>
                      <a:pt x="17" y="85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29" y="104"/>
                      <a:pt x="26" y="111"/>
                      <a:pt x="24" y="119"/>
                    </a:cubicBezTo>
                    <a:cubicBezTo>
                      <a:pt x="5" y="120"/>
                      <a:pt x="5" y="120"/>
                      <a:pt x="5" y="120"/>
                    </a:cubicBezTo>
                    <a:cubicBezTo>
                      <a:pt x="4" y="120"/>
                      <a:pt x="2" y="122"/>
                      <a:pt x="2" y="123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5"/>
                      <a:pt x="3" y="146"/>
                    </a:cubicBezTo>
                    <a:cubicBezTo>
                      <a:pt x="21" y="150"/>
                      <a:pt x="21" y="150"/>
                      <a:pt x="21" y="150"/>
                    </a:cubicBezTo>
                    <a:cubicBezTo>
                      <a:pt x="21" y="156"/>
                      <a:pt x="22" y="162"/>
                      <a:pt x="23" y="167"/>
                    </a:cubicBezTo>
                    <a:cubicBezTo>
                      <a:pt x="23" y="170"/>
                      <a:pt x="24" y="172"/>
                      <a:pt x="24" y="174"/>
                    </a:cubicBezTo>
                    <a:cubicBezTo>
                      <a:pt x="7" y="183"/>
                      <a:pt x="7" y="183"/>
                      <a:pt x="7" y="183"/>
                    </a:cubicBezTo>
                    <a:cubicBezTo>
                      <a:pt x="6" y="184"/>
                      <a:pt x="5" y="185"/>
                      <a:pt x="6" y="187"/>
                    </a:cubicBezTo>
                    <a:cubicBezTo>
                      <a:pt x="12" y="205"/>
                      <a:pt x="12" y="205"/>
                      <a:pt x="12" y="205"/>
                    </a:cubicBezTo>
                    <a:cubicBezTo>
                      <a:pt x="13" y="206"/>
                      <a:pt x="14" y="207"/>
                      <a:pt x="16" y="207"/>
                    </a:cubicBezTo>
                    <a:cubicBezTo>
                      <a:pt x="34" y="203"/>
                      <a:pt x="34" y="203"/>
                      <a:pt x="34" y="203"/>
                    </a:cubicBezTo>
                    <a:cubicBezTo>
                      <a:pt x="39" y="214"/>
                      <a:pt x="46" y="223"/>
                      <a:pt x="54" y="232"/>
                    </a:cubicBezTo>
                    <a:cubicBezTo>
                      <a:pt x="43" y="248"/>
                      <a:pt x="43" y="248"/>
                      <a:pt x="43" y="248"/>
                    </a:cubicBezTo>
                    <a:cubicBezTo>
                      <a:pt x="42" y="249"/>
                      <a:pt x="43" y="251"/>
                      <a:pt x="44" y="252"/>
                    </a:cubicBezTo>
                    <a:cubicBezTo>
                      <a:pt x="58" y="265"/>
                      <a:pt x="58" y="265"/>
                      <a:pt x="58" y="265"/>
                    </a:cubicBezTo>
                    <a:cubicBezTo>
                      <a:pt x="60" y="266"/>
                      <a:pt x="61" y="266"/>
                      <a:pt x="63" y="265"/>
                    </a:cubicBezTo>
                    <a:cubicBezTo>
                      <a:pt x="77" y="252"/>
                      <a:pt x="77" y="252"/>
                      <a:pt x="77" y="252"/>
                    </a:cubicBezTo>
                    <a:cubicBezTo>
                      <a:pt x="84" y="257"/>
                      <a:pt x="91" y="261"/>
                      <a:pt x="98" y="264"/>
                    </a:cubicBezTo>
                    <a:cubicBezTo>
                      <a:pt x="96" y="283"/>
                      <a:pt x="96" y="283"/>
                      <a:pt x="96" y="283"/>
                    </a:cubicBezTo>
                    <a:cubicBezTo>
                      <a:pt x="95" y="284"/>
                      <a:pt x="96" y="286"/>
                      <a:pt x="98" y="286"/>
                    </a:cubicBezTo>
                    <a:cubicBezTo>
                      <a:pt x="116" y="291"/>
                      <a:pt x="116" y="291"/>
                      <a:pt x="116" y="291"/>
                    </a:cubicBezTo>
                    <a:cubicBezTo>
                      <a:pt x="118" y="292"/>
                      <a:pt x="120" y="291"/>
                      <a:pt x="120" y="290"/>
                    </a:cubicBezTo>
                    <a:cubicBezTo>
                      <a:pt x="128" y="272"/>
                      <a:pt x="128" y="272"/>
                      <a:pt x="128" y="272"/>
                    </a:cubicBezTo>
                    <a:cubicBezTo>
                      <a:pt x="136" y="274"/>
                      <a:pt x="144" y="274"/>
                      <a:pt x="153" y="274"/>
                    </a:cubicBezTo>
                    <a:cubicBezTo>
                      <a:pt x="159" y="292"/>
                      <a:pt x="159" y="292"/>
                      <a:pt x="159" y="292"/>
                    </a:cubicBezTo>
                    <a:cubicBezTo>
                      <a:pt x="159" y="293"/>
                      <a:pt x="161" y="294"/>
                      <a:pt x="162" y="294"/>
                    </a:cubicBezTo>
                    <a:cubicBezTo>
                      <a:pt x="181" y="291"/>
                      <a:pt x="181" y="291"/>
                      <a:pt x="181" y="291"/>
                    </a:cubicBezTo>
                    <a:cubicBezTo>
                      <a:pt x="183" y="291"/>
                      <a:pt x="184" y="289"/>
                      <a:pt x="184" y="288"/>
                    </a:cubicBezTo>
                    <a:cubicBezTo>
                      <a:pt x="183" y="269"/>
                      <a:pt x="183" y="269"/>
                      <a:pt x="183" y="269"/>
                    </a:cubicBezTo>
                    <a:cubicBezTo>
                      <a:pt x="191" y="266"/>
                      <a:pt x="199" y="263"/>
                      <a:pt x="206" y="260"/>
                    </a:cubicBezTo>
                    <a:cubicBezTo>
                      <a:pt x="219" y="274"/>
                      <a:pt x="219" y="274"/>
                      <a:pt x="219" y="274"/>
                    </a:cubicBezTo>
                    <a:cubicBezTo>
                      <a:pt x="220" y="275"/>
                      <a:pt x="222" y="275"/>
                      <a:pt x="223" y="274"/>
                    </a:cubicBezTo>
                    <a:cubicBezTo>
                      <a:pt x="239" y="263"/>
                      <a:pt x="239" y="263"/>
                      <a:pt x="239" y="263"/>
                    </a:cubicBezTo>
                    <a:cubicBezTo>
                      <a:pt x="240" y="262"/>
                      <a:pt x="240" y="261"/>
                      <a:pt x="240" y="259"/>
                    </a:cubicBezTo>
                    <a:cubicBezTo>
                      <a:pt x="231" y="242"/>
                      <a:pt x="231" y="242"/>
                      <a:pt x="231" y="242"/>
                    </a:cubicBezTo>
                    <a:cubicBezTo>
                      <a:pt x="237" y="237"/>
                      <a:pt x="243" y="231"/>
                      <a:pt x="248" y="225"/>
                    </a:cubicBezTo>
                    <a:cubicBezTo>
                      <a:pt x="265" y="232"/>
                      <a:pt x="265" y="232"/>
                      <a:pt x="265" y="232"/>
                    </a:cubicBezTo>
                    <a:cubicBezTo>
                      <a:pt x="267" y="232"/>
                      <a:pt x="269" y="232"/>
                      <a:pt x="269" y="230"/>
                    </a:cubicBezTo>
                    <a:cubicBezTo>
                      <a:pt x="279" y="214"/>
                      <a:pt x="279" y="214"/>
                      <a:pt x="279" y="214"/>
                    </a:cubicBezTo>
                    <a:cubicBezTo>
                      <a:pt x="280" y="213"/>
                      <a:pt x="280" y="211"/>
                      <a:pt x="278" y="210"/>
                    </a:cubicBezTo>
                    <a:cubicBezTo>
                      <a:pt x="264" y="198"/>
                      <a:pt x="264" y="198"/>
                      <a:pt x="264" y="198"/>
                    </a:cubicBezTo>
                    <a:cubicBezTo>
                      <a:pt x="267" y="191"/>
                      <a:pt x="270" y="183"/>
                      <a:pt x="271" y="175"/>
                    </a:cubicBezTo>
                    <a:cubicBezTo>
                      <a:pt x="290" y="174"/>
                      <a:pt x="290" y="174"/>
                      <a:pt x="290" y="174"/>
                    </a:cubicBezTo>
                    <a:cubicBezTo>
                      <a:pt x="292" y="174"/>
                      <a:pt x="293" y="173"/>
                      <a:pt x="293" y="171"/>
                    </a:cubicBezTo>
                    <a:cubicBezTo>
                      <a:pt x="295" y="152"/>
                      <a:pt x="295" y="152"/>
                      <a:pt x="295" y="152"/>
                    </a:cubicBezTo>
                    <a:cubicBezTo>
                      <a:pt x="295" y="151"/>
                      <a:pt x="294" y="149"/>
                      <a:pt x="293" y="149"/>
                    </a:cubicBezTo>
                    <a:cubicBezTo>
                      <a:pt x="274" y="144"/>
                      <a:pt x="274" y="144"/>
                      <a:pt x="274" y="144"/>
                    </a:cubicBezTo>
                    <a:cubicBezTo>
                      <a:pt x="274" y="139"/>
                      <a:pt x="274" y="133"/>
                      <a:pt x="273" y="127"/>
                    </a:cubicBezTo>
                    <a:cubicBezTo>
                      <a:pt x="272" y="125"/>
                      <a:pt x="272" y="123"/>
                      <a:pt x="271" y="120"/>
                    </a:cubicBezTo>
                    <a:cubicBezTo>
                      <a:pt x="288" y="111"/>
                      <a:pt x="288" y="111"/>
                      <a:pt x="288" y="111"/>
                    </a:cubicBezTo>
                    <a:cubicBezTo>
                      <a:pt x="290" y="111"/>
                      <a:pt x="290" y="109"/>
                      <a:pt x="290" y="108"/>
                    </a:cubicBezTo>
                    <a:close/>
                    <a:moveTo>
                      <a:pt x="215" y="228"/>
                    </a:moveTo>
                    <a:cubicBezTo>
                      <a:pt x="210" y="232"/>
                      <a:pt x="204" y="236"/>
                      <a:pt x="198" y="239"/>
                    </a:cubicBezTo>
                    <a:cubicBezTo>
                      <a:pt x="190" y="243"/>
                      <a:pt x="183" y="246"/>
                      <a:pt x="175" y="248"/>
                    </a:cubicBezTo>
                    <a:cubicBezTo>
                      <a:pt x="171" y="249"/>
                      <a:pt x="168" y="250"/>
                      <a:pt x="164" y="251"/>
                    </a:cubicBezTo>
                    <a:cubicBezTo>
                      <a:pt x="161" y="251"/>
                      <a:pt x="157" y="252"/>
                      <a:pt x="154" y="252"/>
                    </a:cubicBezTo>
                    <a:cubicBezTo>
                      <a:pt x="146" y="252"/>
                      <a:pt x="137" y="252"/>
                      <a:pt x="129" y="250"/>
                    </a:cubicBezTo>
                    <a:cubicBezTo>
                      <a:pt x="122" y="249"/>
                      <a:pt x="116" y="247"/>
                      <a:pt x="109" y="245"/>
                    </a:cubicBezTo>
                    <a:cubicBezTo>
                      <a:pt x="102" y="242"/>
                      <a:pt x="94" y="238"/>
                      <a:pt x="88" y="233"/>
                    </a:cubicBezTo>
                    <a:cubicBezTo>
                      <a:pt x="79" y="227"/>
                      <a:pt x="72" y="220"/>
                      <a:pt x="66" y="212"/>
                    </a:cubicBezTo>
                    <a:cubicBezTo>
                      <a:pt x="62" y="208"/>
                      <a:pt x="60" y="204"/>
                      <a:pt x="57" y="199"/>
                    </a:cubicBezTo>
                    <a:cubicBezTo>
                      <a:pt x="52" y="191"/>
                      <a:pt x="48" y="182"/>
                      <a:pt x="46" y="171"/>
                    </a:cubicBezTo>
                    <a:cubicBezTo>
                      <a:pt x="45" y="169"/>
                      <a:pt x="45" y="166"/>
                      <a:pt x="44" y="164"/>
                    </a:cubicBezTo>
                    <a:cubicBezTo>
                      <a:pt x="43" y="158"/>
                      <a:pt x="43" y="153"/>
                      <a:pt x="43" y="147"/>
                    </a:cubicBezTo>
                    <a:cubicBezTo>
                      <a:pt x="43" y="140"/>
                      <a:pt x="44" y="133"/>
                      <a:pt x="45" y="126"/>
                    </a:cubicBezTo>
                    <a:cubicBezTo>
                      <a:pt x="47" y="118"/>
                      <a:pt x="49" y="110"/>
                      <a:pt x="53" y="103"/>
                    </a:cubicBezTo>
                    <a:cubicBezTo>
                      <a:pt x="56" y="96"/>
                      <a:pt x="59" y="90"/>
                      <a:pt x="64" y="85"/>
                    </a:cubicBezTo>
                    <a:cubicBezTo>
                      <a:pt x="69" y="78"/>
                      <a:pt x="74" y="72"/>
                      <a:pt x="81" y="67"/>
                    </a:cubicBezTo>
                    <a:cubicBezTo>
                      <a:pt x="86" y="62"/>
                      <a:pt x="92" y="58"/>
                      <a:pt x="98" y="55"/>
                    </a:cubicBezTo>
                    <a:cubicBezTo>
                      <a:pt x="105" y="51"/>
                      <a:pt x="113" y="48"/>
                      <a:pt x="121" y="46"/>
                    </a:cubicBezTo>
                    <a:cubicBezTo>
                      <a:pt x="124" y="45"/>
                      <a:pt x="128" y="44"/>
                      <a:pt x="131" y="44"/>
                    </a:cubicBezTo>
                    <a:cubicBezTo>
                      <a:pt x="135" y="43"/>
                      <a:pt x="138" y="43"/>
                      <a:pt x="142" y="43"/>
                    </a:cubicBezTo>
                    <a:cubicBezTo>
                      <a:pt x="150" y="42"/>
                      <a:pt x="158" y="43"/>
                      <a:pt x="166" y="44"/>
                    </a:cubicBezTo>
                    <a:cubicBezTo>
                      <a:pt x="173" y="45"/>
                      <a:pt x="180" y="47"/>
                      <a:pt x="186" y="50"/>
                    </a:cubicBezTo>
                    <a:cubicBezTo>
                      <a:pt x="194" y="53"/>
                      <a:pt x="201" y="57"/>
                      <a:pt x="208" y="62"/>
                    </a:cubicBezTo>
                    <a:cubicBezTo>
                      <a:pt x="216" y="67"/>
                      <a:pt x="223" y="74"/>
                      <a:pt x="230" y="82"/>
                    </a:cubicBezTo>
                    <a:cubicBezTo>
                      <a:pt x="233" y="86"/>
                      <a:pt x="236" y="90"/>
                      <a:pt x="238" y="95"/>
                    </a:cubicBezTo>
                    <a:cubicBezTo>
                      <a:pt x="243" y="104"/>
                      <a:pt x="247" y="113"/>
                      <a:pt x="250" y="123"/>
                    </a:cubicBezTo>
                    <a:cubicBezTo>
                      <a:pt x="250" y="125"/>
                      <a:pt x="251" y="128"/>
                      <a:pt x="251" y="131"/>
                    </a:cubicBezTo>
                    <a:cubicBezTo>
                      <a:pt x="252" y="136"/>
                      <a:pt x="252" y="142"/>
                      <a:pt x="252" y="147"/>
                    </a:cubicBezTo>
                    <a:cubicBezTo>
                      <a:pt x="252" y="154"/>
                      <a:pt x="252" y="161"/>
                      <a:pt x="250" y="168"/>
                    </a:cubicBezTo>
                    <a:cubicBezTo>
                      <a:pt x="249" y="176"/>
                      <a:pt x="246" y="184"/>
                      <a:pt x="243" y="192"/>
                    </a:cubicBezTo>
                    <a:cubicBezTo>
                      <a:pt x="240" y="198"/>
                      <a:pt x="236" y="204"/>
                      <a:pt x="232" y="210"/>
                    </a:cubicBezTo>
                    <a:cubicBezTo>
                      <a:pt x="227" y="216"/>
                      <a:pt x="221" y="222"/>
                      <a:pt x="215" y="2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92813178-424E-E3B4-258A-77E8ECF35D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3438" y="2754313"/>
                <a:ext cx="268287" cy="269434"/>
              </a:xfrm>
              <a:custGeom>
                <a:avLst/>
                <a:gdLst/>
                <a:ahLst/>
                <a:cxnLst>
                  <a:cxn ang="0">
                    <a:pos x="167" y="66"/>
                  </a:cxn>
                  <a:cxn ang="0">
                    <a:pos x="158" y="43"/>
                  </a:cxn>
                  <a:cxn ang="0">
                    <a:pos x="151" y="32"/>
                  </a:cxn>
                  <a:cxn ang="0">
                    <a:pos x="134" y="16"/>
                  </a:cxn>
                  <a:cxn ang="0">
                    <a:pos x="116" y="6"/>
                  </a:cxn>
                  <a:cxn ang="0">
                    <a:pos x="100" y="1"/>
                  </a:cxn>
                  <a:cxn ang="0">
                    <a:pos x="80" y="0"/>
                  </a:cxn>
                  <a:cxn ang="0">
                    <a:pos x="71" y="1"/>
                  </a:cxn>
                  <a:cxn ang="0">
                    <a:pos x="63" y="3"/>
                  </a:cxn>
                  <a:cxn ang="0">
                    <a:pos x="44" y="10"/>
                  </a:cxn>
                  <a:cxn ang="0">
                    <a:pos x="30" y="20"/>
                  </a:cxn>
                  <a:cxn ang="0">
                    <a:pos x="16" y="35"/>
                  </a:cxn>
                  <a:cxn ang="0">
                    <a:pos x="8" y="49"/>
                  </a:cxn>
                  <a:cxn ang="0">
                    <a:pos x="1" y="68"/>
                  </a:cxn>
                  <a:cxn ang="0">
                    <a:pos x="0" y="85"/>
                  </a:cxn>
                  <a:cxn ang="0">
                    <a:pos x="1" y="99"/>
                  </a:cxn>
                  <a:cxn ang="0">
                    <a:pos x="2" y="105"/>
                  </a:cxn>
                  <a:cxn ang="0">
                    <a:pos x="11" y="128"/>
                  </a:cxn>
                  <a:cxn ang="0">
                    <a:pos x="18" y="138"/>
                  </a:cxn>
                  <a:cxn ang="0">
                    <a:pos x="36" y="155"/>
                  </a:cxn>
                  <a:cxn ang="0">
                    <a:pos x="53" y="164"/>
                  </a:cxn>
                  <a:cxn ang="0">
                    <a:pos x="70" y="169"/>
                  </a:cxn>
                  <a:cxn ang="0">
                    <a:pos x="90" y="170"/>
                  </a:cxn>
                  <a:cxn ang="0">
                    <a:pos x="98" y="169"/>
                  </a:cxn>
                  <a:cxn ang="0">
                    <a:pos x="107" y="167"/>
                  </a:cxn>
                  <a:cxn ang="0">
                    <a:pos x="125" y="160"/>
                  </a:cxn>
                  <a:cxn ang="0">
                    <a:pos x="139" y="150"/>
                  </a:cxn>
                  <a:cxn ang="0">
                    <a:pos x="153" y="136"/>
                  </a:cxn>
                  <a:cxn ang="0">
                    <a:pos x="162" y="121"/>
                  </a:cxn>
                  <a:cxn ang="0">
                    <a:pos x="168" y="102"/>
                  </a:cxn>
                  <a:cxn ang="0">
                    <a:pos x="170" y="85"/>
                  </a:cxn>
                  <a:cxn ang="0">
                    <a:pos x="169" y="72"/>
                  </a:cxn>
                  <a:cxn ang="0">
                    <a:pos x="167" y="66"/>
                  </a:cxn>
                </a:cxnLst>
                <a:rect l="0" t="0" r="r" b="b"/>
                <a:pathLst>
                  <a:path w="170" h="171">
                    <a:moveTo>
                      <a:pt x="167" y="66"/>
                    </a:moveTo>
                    <a:cubicBezTo>
                      <a:pt x="166" y="57"/>
                      <a:pt x="162" y="50"/>
                      <a:pt x="158" y="43"/>
                    </a:cubicBezTo>
                    <a:cubicBezTo>
                      <a:pt x="156" y="39"/>
                      <a:pt x="154" y="36"/>
                      <a:pt x="151" y="32"/>
                    </a:cubicBezTo>
                    <a:cubicBezTo>
                      <a:pt x="146" y="26"/>
                      <a:pt x="140" y="20"/>
                      <a:pt x="134" y="16"/>
                    </a:cubicBezTo>
                    <a:cubicBezTo>
                      <a:pt x="128" y="12"/>
                      <a:pt x="122" y="9"/>
                      <a:pt x="116" y="6"/>
                    </a:cubicBezTo>
                    <a:cubicBezTo>
                      <a:pt x="111" y="4"/>
                      <a:pt x="105" y="2"/>
                      <a:pt x="100" y="1"/>
                    </a:cubicBezTo>
                    <a:cubicBezTo>
                      <a:pt x="93" y="0"/>
                      <a:pt x="86" y="0"/>
                      <a:pt x="80" y="0"/>
                    </a:cubicBezTo>
                    <a:cubicBezTo>
                      <a:pt x="77" y="0"/>
                      <a:pt x="74" y="1"/>
                      <a:pt x="71" y="1"/>
                    </a:cubicBezTo>
                    <a:cubicBezTo>
                      <a:pt x="68" y="2"/>
                      <a:pt x="66" y="2"/>
                      <a:pt x="63" y="3"/>
                    </a:cubicBezTo>
                    <a:cubicBezTo>
                      <a:pt x="56" y="5"/>
                      <a:pt x="50" y="7"/>
                      <a:pt x="44" y="10"/>
                    </a:cubicBezTo>
                    <a:cubicBezTo>
                      <a:pt x="39" y="13"/>
                      <a:pt x="34" y="16"/>
                      <a:pt x="30" y="20"/>
                    </a:cubicBezTo>
                    <a:cubicBezTo>
                      <a:pt x="25" y="24"/>
                      <a:pt x="20" y="29"/>
                      <a:pt x="16" y="35"/>
                    </a:cubicBezTo>
                    <a:cubicBezTo>
                      <a:pt x="13" y="39"/>
                      <a:pt x="10" y="44"/>
                      <a:pt x="8" y="49"/>
                    </a:cubicBezTo>
                    <a:cubicBezTo>
                      <a:pt x="5" y="55"/>
                      <a:pt x="3" y="62"/>
                      <a:pt x="1" y="68"/>
                    </a:cubicBezTo>
                    <a:cubicBezTo>
                      <a:pt x="0" y="74"/>
                      <a:pt x="0" y="79"/>
                      <a:pt x="0" y="85"/>
                    </a:cubicBezTo>
                    <a:cubicBezTo>
                      <a:pt x="0" y="90"/>
                      <a:pt x="0" y="94"/>
                      <a:pt x="1" y="99"/>
                    </a:cubicBezTo>
                    <a:cubicBezTo>
                      <a:pt x="1" y="101"/>
                      <a:pt x="2" y="103"/>
                      <a:pt x="2" y="105"/>
                    </a:cubicBezTo>
                    <a:cubicBezTo>
                      <a:pt x="4" y="113"/>
                      <a:pt x="7" y="121"/>
                      <a:pt x="11" y="128"/>
                    </a:cubicBezTo>
                    <a:cubicBezTo>
                      <a:pt x="13" y="131"/>
                      <a:pt x="15" y="135"/>
                      <a:pt x="18" y="138"/>
                    </a:cubicBezTo>
                    <a:cubicBezTo>
                      <a:pt x="23" y="145"/>
                      <a:pt x="29" y="150"/>
                      <a:pt x="36" y="155"/>
                    </a:cubicBezTo>
                    <a:cubicBezTo>
                      <a:pt x="41" y="159"/>
                      <a:pt x="47" y="162"/>
                      <a:pt x="53" y="164"/>
                    </a:cubicBezTo>
                    <a:cubicBezTo>
                      <a:pt x="59" y="166"/>
                      <a:pt x="64" y="168"/>
                      <a:pt x="70" y="169"/>
                    </a:cubicBezTo>
                    <a:cubicBezTo>
                      <a:pt x="76" y="170"/>
                      <a:pt x="83" y="171"/>
                      <a:pt x="90" y="170"/>
                    </a:cubicBezTo>
                    <a:cubicBezTo>
                      <a:pt x="93" y="170"/>
                      <a:pt x="95" y="170"/>
                      <a:pt x="98" y="169"/>
                    </a:cubicBezTo>
                    <a:cubicBezTo>
                      <a:pt x="101" y="169"/>
                      <a:pt x="104" y="168"/>
                      <a:pt x="107" y="167"/>
                    </a:cubicBezTo>
                    <a:cubicBezTo>
                      <a:pt x="113" y="166"/>
                      <a:pt x="119" y="163"/>
                      <a:pt x="125" y="160"/>
                    </a:cubicBezTo>
                    <a:cubicBezTo>
                      <a:pt x="130" y="157"/>
                      <a:pt x="135" y="154"/>
                      <a:pt x="139" y="150"/>
                    </a:cubicBezTo>
                    <a:cubicBezTo>
                      <a:pt x="144" y="146"/>
                      <a:pt x="149" y="141"/>
                      <a:pt x="153" y="136"/>
                    </a:cubicBezTo>
                    <a:cubicBezTo>
                      <a:pt x="156" y="131"/>
                      <a:pt x="159" y="126"/>
                      <a:pt x="162" y="121"/>
                    </a:cubicBezTo>
                    <a:cubicBezTo>
                      <a:pt x="165" y="115"/>
                      <a:pt x="167" y="109"/>
                      <a:pt x="168" y="102"/>
                    </a:cubicBezTo>
                    <a:cubicBezTo>
                      <a:pt x="169" y="97"/>
                      <a:pt x="170" y="91"/>
                      <a:pt x="170" y="85"/>
                    </a:cubicBezTo>
                    <a:cubicBezTo>
                      <a:pt x="170" y="81"/>
                      <a:pt x="169" y="76"/>
                      <a:pt x="169" y="72"/>
                    </a:cubicBezTo>
                    <a:cubicBezTo>
                      <a:pt x="168" y="70"/>
                      <a:pt x="168" y="68"/>
                      <a:pt x="167" y="6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DFDC0DA4-1E43-2AFF-E2A7-845E1D2C7F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09660" y="1935692"/>
                <a:ext cx="644349" cy="645495"/>
              </a:xfrm>
              <a:custGeom>
                <a:avLst/>
                <a:gdLst/>
                <a:ahLst/>
                <a:cxnLst>
                  <a:cxn ang="0">
                    <a:pos x="403" y="155"/>
                  </a:cxn>
                  <a:cxn ang="0">
                    <a:pos x="372" y="152"/>
                  </a:cxn>
                  <a:cxn ang="0">
                    <a:pos x="370" y="89"/>
                  </a:cxn>
                  <a:cxn ang="0">
                    <a:pos x="353" y="63"/>
                  </a:cxn>
                  <a:cxn ang="0">
                    <a:pos x="324" y="76"/>
                  </a:cxn>
                  <a:cxn ang="0">
                    <a:pos x="306" y="30"/>
                  </a:cxn>
                  <a:cxn ang="0">
                    <a:pos x="279" y="14"/>
                  </a:cxn>
                  <a:cxn ang="0">
                    <a:pos x="259" y="37"/>
                  </a:cxn>
                  <a:cxn ang="0">
                    <a:pos x="221" y="3"/>
                  </a:cxn>
                  <a:cxn ang="0">
                    <a:pos x="190" y="0"/>
                  </a:cxn>
                  <a:cxn ang="0">
                    <a:pos x="182" y="30"/>
                  </a:cxn>
                  <a:cxn ang="0">
                    <a:pos x="135" y="15"/>
                  </a:cxn>
                  <a:cxn ang="0">
                    <a:pos x="105" y="25"/>
                  </a:cxn>
                  <a:cxn ang="0">
                    <a:pos x="110" y="55"/>
                  </a:cxn>
                  <a:cxn ang="0">
                    <a:pos x="61" y="62"/>
                  </a:cxn>
                  <a:cxn ang="0">
                    <a:pos x="39" y="83"/>
                  </a:cxn>
                  <a:cxn ang="0">
                    <a:pos x="56" y="109"/>
                  </a:cxn>
                  <a:cxn ang="0">
                    <a:pos x="15" y="136"/>
                  </a:cxn>
                  <a:cxn ang="0">
                    <a:pos x="3" y="165"/>
                  </a:cxn>
                  <a:cxn ang="0">
                    <a:pos x="30" y="180"/>
                  </a:cxn>
                  <a:cxn ang="0">
                    <a:pos x="28" y="214"/>
                  </a:cxn>
                  <a:cxn ang="0">
                    <a:pos x="1" y="227"/>
                  </a:cxn>
                  <a:cxn ang="0">
                    <a:pos x="10" y="257"/>
                  </a:cxn>
                  <a:cxn ang="0">
                    <a:pos x="56" y="300"/>
                  </a:cxn>
                  <a:cxn ang="0">
                    <a:pos x="39" y="325"/>
                  </a:cxn>
                  <a:cxn ang="0">
                    <a:pos x="61" y="346"/>
                  </a:cxn>
                  <a:cxn ang="0">
                    <a:pos x="110" y="353"/>
                  </a:cxn>
                  <a:cxn ang="0">
                    <a:pos x="105" y="384"/>
                  </a:cxn>
                  <a:cxn ang="0">
                    <a:pos x="135" y="393"/>
                  </a:cxn>
                  <a:cxn ang="0">
                    <a:pos x="183" y="379"/>
                  </a:cxn>
                  <a:cxn ang="0">
                    <a:pos x="191" y="409"/>
                  </a:cxn>
                  <a:cxn ang="0">
                    <a:pos x="222" y="405"/>
                  </a:cxn>
                  <a:cxn ang="0">
                    <a:pos x="259" y="371"/>
                  </a:cxn>
                  <a:cxn ang="0">
                    <a:pos x="279" y="395"/>
                  </a:cxn>
                  <a:cxn ang="0">
                    <a:pos x="306" y="378"/>
                  </a:cxn>
                  <a:cxn ang="0">
                    <a:pos x="324" y="333"/>
                  </a:cxn>
                  <a:cxn ang="0">
                    <a:pos x="353" y="345"/>
                  </a:cxn>
                  <a:cxn ang="0">
                    <a:pos x="370" y="319"/>
                  </a:cxn>
                  <a:cxn ang="0">
                    <a:pos x="367" y="270"/>
                  </a:cxn>
                  <a:cxn ang="0">
                    <a:pos x="398" y="269"/>
                  </a:cxn>
                  <a:cxn ang="0">
                    <a:pos x="403" y="238"/>
                  </a:cxn>
                  <a:cxn ang="0">
                    <a:pos x="380" y="204"/>
                  </a:cxn>
                  <a:cxn ang="0">
                    <a:pos x="405" y="186"/>
                  </a:cxn>
                  <a:cxn ang="0">
                    <a:pos x="279" y="329"/>
                  </a:cxn>
                  <a:cxn ang="0">
                    <a:pos x="219" y="349"/>
                  </a:cxn>
                  <a:cxn ang="0">
                    <a:pos x="189" y="349"/>
                  </a:cxn>
                  <a:cxn ang="0">
                    <a:pos x="130" y="329"/>
                  </a:cxn>
                  <a:cxn ang="0">
                    <a:pos x="77" y="275"/>
                  </a:cxn>
                  <a:cxn ang="0">
                    <a:pos x="59" y="215"/>
                  </a:cxn>
                  <a:cxn ang="0">
                    <a:pos x="60" y="181"/>
                  </a:cxn>
                  <a:cxn ang="0">
                    <a:pos x="84" y="122"/>
                  </a:cxn>
                  <a:cxn ang="0">
                    <a:pos x="130" y="79"/>
                  </a:cxn>
                  <a:cxn ang="0">
                    <a:pos x="189" y="59"/>
                  </a:cxn>
                  <a:cxn ang="0">
                    <a:pos x="219" y="59"/>
                  </a:cxn>
                  <a:cxn ang="0">
                    <a:pos x="279" y="79"/>
                  </a:cxn>
                  <a:cxn ang="0">
                    <a:pos x="331" y="133"/>
                  </a:cxn>
                  <a:cxn ang="0">
                    <a:pos x="349" y="193"/>
                  </a:cxn>
                  <a:cxn ang="0">
                    <a:pos x="348" y="228"/>
                  </a:cxn>
                  <a:cxn ang="0">
                    <a:pos x="324" y="286"/>
                  </a:cxn>
                  <a:cxn ang="0">
                    <a:pos x="279" y="329"/>
                  </a:cxn>
                </a:cxnLst>
                <a:rect l="0" t="0" r="r" b="b"/>
                <a:pathLst>
                  <a:path w="408" h="409">
                    <a:moveTo>
                      <a:pt x="408" y="181"/>
                    </a:moveTo>
                    <a:cubicBezTo>
                      <a:pt x="403" y="155"/>
                      <a:pt x="403" y="155"/>
                      <a:pt x="403" y="155"/>
                    </a:cubicBezTo>
                    <a:cubicBezTo>
                      <a:pt x="403" y="153"/>
                      <a:pt x="401" y="151"/>
                      <a:pt x="399" y="151"/>
                    </a:cubicBezTo>
                    <a:cubicBezTo>
                      <a:pt x="372" y="152"/>
                      <a:pt x="372" y="152"/>
                      <a:pt x="372" y="152"/>
                    </a:cubicBezTo>
                    <a:cubicBezTo>
                      <a:pt x="368" y="137"/>
                      <a:pt x="361" y="122"/>
                      <a:pt x="352" y="109"/>
                    </a:cubicBezTo>
                    <a:cubicBezTo>
                      <a:pt x="370" y="89"/>
                      <a:pt x="370" y="89"/>
                      <a:pt x="370" y="89"/>
                    </a:cubicBezTo>
                    <a:cubicBezTo>
                      <a:pt x="371" y="88"/>
                      <a:pt x="371" y="85"/>
                      <a:pt x="370" y="83"/>
                    </a:cubicBezTo>
                    <a:cubicBezTo>
                      <a:pt x="353" y="63"/>
                      <a:pt x="353" y="63"/>
                      <a:pt x="353" y="63"/>
                    </a:cubicBezTo>
                    <a:cubicBezTo>
                      <a:pt x="351" y="61"/>
                      <a:pt x="349" y="61"/>
                      <a:pt x="347" y="62"/>
                    </a:cubicBezTo>
                    <a:cubicBezTo>
                      <a:pt x="324" y="76"/>
                      <a:pt x="324" y="76"/>
                      <a:pt x="324" y="76"/>
                    </a:cubicBezTo>
                    <a:cubicBezTo>
                      <a:pt x="316" y="68"/>
                      <a:pt x="307" y="61"/>
                      <a:pt x="298" y="55"/>
                    </a:cubicBezTo>
                    <a:cubicBezTo>
                      <a:pt x="306" y="30"/>
                      <a:pt x="306" y="30"/>
                      <a:pt x="306" y="30"/>
                    </a:cubicBezTo>
                    <a:cubicBezTo>
                      <a:pt x="306" y="28"/>
                      <a:pt x="305" y="26"/>
                      <a:pt x="303" y="25"/>
                    </a:cubicBezTo>
                    <a:cubicBezTo>
                      <a:pt x="279" y="14"/>
                      <a:pt x="279" y="14"/>
                      <a:pt x="279" y="14"/>
                    </a:cubicBezTo>
                    <a:cubicBezTo>
                      <a:pt x="277" y="13"/>
                      <a:pt x="275" y="13"/>
                      <a:pt x="273" y="15"/>
                    </a:cubicBezTo>
                    <a:cubicBezTo>
                      <a:pt x="259" y="37"/>
                      <a:pt x="259" y="37"/>
                      <a:pt x="259" y="37"/>
                    </a:cubicBezTo>
                    <a:cubicBezTo>
                      <a:pt x="248" y="33"/>
                      <a:pt x="237" y="31"/>
                      <a:pt x="225" y="29"/>
                    </a:cubicBezTo>
                    <a:cubicBezTo>
                      <a:pt x="221" y="3"/>
                      <a:pt x="221" y="3"/>
                      <a:pt x="221" y="3"/>
                    </a:cubicBezTo>
                    <a:cubicBezTo>
                      <a:pt x="221" y="1"/>
                      <a:pt x="219" y="0"/>
                      <a:pt x="217" y="0"/>
                    </a:cubicBezTo>
                    <a:cubicBezTo>
                      <a:pt x="190" y="0"/>
                      <a:pt x="190" y="0"/>
                      <a:pt x="190" y="0"/>
                    </a:cubicBezTo>
                    <a:cubicBezTo>
                      <a:pt x="188" y="0"/>
                      <a:pt x="186" y="1"/>
                      <a:pt x="186" y="4"/>
                    </a:cubicBezTo>
                    <a:cubicBezTo>
                      <a:pt x="182" y="30"/>
                      <a:pt x="182" y="30"/>
                      <a:pt x="182" y="30"/>
                    </a:cubicBezTo>
                    <a:cubicBezTo>
                      <a:pt x="171" y="31"/>
                      <a:pt x="160" y="33"/>
                      <a:pt x="149" y="37"/>
                    </a:cubicBezTo>
                    <a:cubicBezTo>
                      <a:pt x="135" y="15"/>
                      <a:pt x="135" y="15"/>
                      <a:pt x="135" y="15"/>
                    </a:cubicBezTo>
                    <a:cubicBezTo>
                      <a:pt x="134" y="13"/>
                      <a:pt x="131" y="13"/>
                      <a:pt x="129" y="14"/>
                    </a:cubicBezTo>
                    <a:cubicBezTo>
                      <a:pt x="105" y="25"/>
                      <a:pt x="105" y="25"/>
                      <a:pt x="105" y="25"/>
                    </a:cubicBezTo>
                    <a:cubicBezTo>
                      <a:pt x="103" y="26"/>
                      <a:pt x="102" y="28"/>
                      <a:pt x="103" y="30"/>
                    </a:cubicBezTo>
                    <a:cubicBezTo>
                      <a:pt x="110" y="55"/>
                      <a:pt x="110" y="55"/>
                      <a:pt x="110" y="55"/>
                    </a:cubicBezTo>
                    <a:cubicBezTo>
                      <a:pt x="101" y="61"/>
                      <a:pt x="92" y="68"/>
                      <a:pt x="84" y="76"/>
                    </a:cubicBezTo>
                    <a:cubicBezTo>
                      <a:pt x="61" y="62"/>
                      <a:pt x="61" y="62"/>
                      <a:pt x="61" y="62"/>
                    </a:cubicBezTo>
                    <a:cubicBezTo>
                      <a:pt x="60" y="61"/>
                      <a:pt x="57" y="61"/>
                      <a:pt x="56" y="6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7" y="85"/>
                      <a:pt x="37" y="88"/>
                      <a:pt x="39" y="89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0" y="118"/>
                      <a:pt x="45" y="128"/>
                      <a:pt x="41" y="139"/>
                    </a:cubicBezTo>
                    <a:cubicBezTo>
                      <a:pt x="15" y="136"/>
                      <a:pt x="15" y="136"/>
                      <a:pt x="15" y="136"/>
                    </a:cubicBezTo>
                    <a:cubicBezTo>
                      <a:pt x="13" y="135"/>
                      <a:pt x="10" y="137"/>
                      <a:pt x="10" y="139"/>
                    </a:cubicBezTo>
                    <a:cubicBezTo>
                      <a:pt x="3" y="165"/>
                      <a:pt x="3" y="165"/>
                      <a:pt x="3" y="165"/>
                    </a:cubicBezTo>
                    <a:cubicBezTo>
                      <a:pt x="2" y="167"/>
                      <a:pt x="4" y="169"/>
                      <a:pt x="6" y="170"/>
                    </a:cubicBezTo>
                    <a:cubicBezTo>
                      <a:pt x="30" y="180"/>
                      <a:pt x="30" y="180"/>
                      <a:pt x="30" y="180"/>
                    </a:cubicBezTo>
                    <a:cubicBezTo>
                      <a:pt x="29" y="188"/>
                      <a:pt x="28" y="196"/>
                      <a:pt x="28" y="204"/>
                    </a:cubicBezTo>
                    <a:cubicBezTo>
                      <a:pt x="28" y="207"/>
                      <a:pt x="28" y="211"/>
                      <a:pt x="28" y="214"/>
                    </a:cubicBezTo>
                    <a:cubicBezTo>
                      <a:pt x="3" y="222"/>
                      <a:pt x="3" y="222"/>
                      <a:pt x="3" y="222"/>
                    </a:cubicBezTo>
                    <a:cubicBezTo>
                      <a:pt x="2" y="223"/>
                      <a:pt x="0" y="225"/>
                      <a:pt x="1" y="227"/>
                    </a:cubicBezTo>
                    <a:cubicBezTo>
                      <a:pt x="5" y="253"/>
                      <a:pt x="5" y="253"/>
                      <a:pt x="5" y="253"/>
                    </a:cubicBezTo>
                    <a:cubicBezTo>
                      <a:pt x="6" y="256"/>
                      <a:pt x="8" y="257"/>
                      <a:pt x="10" y="257"/>
                    </a:cubicBezTo>
                    <a:cubicBezTo>
                      <a:pt x="36" y="256"/>
                      <a:pt x="36" y="256"/>
                      <a:pt x="36" y="256"/>
                    </a:cubicBezTo>
                    <a:cubicBezTo>
                      <a:pt x="41" y="272"/>
                      <a:pt x="48" y="286"/>
                      <a:pt x="56" y="300"/>
                    </a:cubicBezTo>
                    <a:cubicBezTo>
                      <a:pt x="39" y="319"/>
                      <a:pt x="39" y="319"/>
                      <a:pt x="39" y="319"/>
                    </a:cubicBezTo>
                    <a:cubicBezTo>
                      <a:pt x="37" y="321"/>
                      <a:pt x="37" y="323"/>
                      <a:pt x="39" y="325"/>
                    </a:cubicBezTo>
                    <a:cubicBezTo>
                      <a:pt x="56" y="345"/>
                      <a:pt x="56" y="345"/>
                      <a:pt x="56" y="345"/>
                    </a:cubicBezTo>
                    <a:cubicBezTo>
                      <a:pt x="57" y="347"/>
                      <a:pt x="60" y="347"/>
                      <a:pt x="61" y="346"/>
                    </a:cubicBezTo>
                    <a:cubicBezTo>
                      <a:pt x="84" y="333"/>
                      <a:pt x="84" y="333"/>
                      <a:pt x="84" y="333"/>
                    </a:cubicBezTo>
                    <a:cubicBezTo>
                      <a:pt x="92" y="340"/>
                      <a:pt x="101" y="347"/>
                      <a:pt x="110" y="353"/>
                    </a:cubicBezTo>
                    <a:cubicBezTo>
                      <a:pt x="103" y="378"/>
                      <a:pt x="103" y="378"/>
                      <a:pt x="103" y="378"/>
                    </a:cubicBezTo>
                    <a:cubicBezTo>
                      <a:pt x="102" y="380"/>
                      <a:pt x="103" y="383"/>
                      <a:pt x="105" y="384"/>
                    </a:cubicBezTo>
                    <a:cubicBezTo>
                      <a:pt x="129" y="395"/>
                      <a:pt x="129" y="395"/>
                      <a:pt x="129" y="395"/>
                    </a:cubicBezTo>
                    <a:cubicBezTo>
                      <a:pt x="131" y="396"/>
                      <a:pt x="134" y="395"/>
                      <a:pt x="135" y="393"/>
                    </a:cubicBezTo>
                    <a:cubicBezTo>
                      <a:pt x="149" y="371"/>
                      <a:pt x="149" y="371"/>
                      <a:pt x="149" y="371"/>
                    </a:cubicBezTo>
                    <a:cubicBezTo>
                      <a:pt x="160" y="375"/>
                      <a:pt x="171" y="378"/>
                      <a:pt x="183" y="379"/>
                    </a:cubicBezTo>
                    <a:cubicBezTo>
                      <a:pt x="187" y="405"/>
                      <a:pt x="187" y="405"/>
                      <a:pt x="187" y="405"/>
                    </a:cubicBezTo>
                    <a:cubicBezTo>
                      <a:pt x="187" y="407"/>
                      <a:pt x="189" y="409"/>
                      <a:pt x="191" y="409"/>
                    </a:cubicBezTo>
                    <a:cubicBezTo>
                      <a:pt x="218" y="409"/>
                      <a:pt x="218" y="409"/>
                      <a:pt x="218" y="409"/>
                    </a:cubicBezTo>
                    <a:cubicBezTo>
                      <a:pt x="220" y="409"/>
                      <a:pt x="222" y="407"/>
                      <a:pt x="222" y="405"/>
                    </a:cubicBezTo>
                    <a:cubicBezTo>
                      <a:pt x="226" y="379"/>
                      <a:pt x="226" y="379"/>
                      <a:pt x="226" y="379"/>
                    </a:cubicBezTo>
                    <a:cubicBezTo>
                      <a:pt x="237" y="377"/>
                      <a:pt x="248" y="375"/>
                      <a:pt x="259" y="371"/>
                    </a:cubicBezTo>
                    <a:cubicBezTo>
                      <a:pt x="273" y="393"/>
                      <a:pt x="273" y="393"/>
                      <a:pt x="273" y="393"/>
                    </a:cubicBezTo>
                    <a:cubicBezTo>
                      <a:pt x="275" y="395"/>
                      <a:pt x="277" y="396"/>
                      <a:pt x="279" y="395"/>
                    </a:cubicBezTo>
                    <a:cubicBezTo>
                      <a:pt x="303" y="384"/>
                      <a:pt x="303" y="384"/>
                      <a:pt x="303" y="384"/>
                    </a:cubicBezTo>
                    <a:cubicBezTo>
                      <a:pt x="305" y="383"/>
                      <a:pt x="306" y="380"/>
                      <a:pt x="306" y="378"/>
                    </a:cubicBezTo>
                    <a:cubicBezTo>
                      <a:pt x="298" y="353"/>
                      <a:pt x="298" y="353"/>
                      <a:pt x="298" y="353"/>
                    </a:cubicBezTo>
                    <a:cubicBezTo>
                      <a:pt x="307" y="347"/>
                      <a:pt x="316" y="340"/>
                      <a:pt x="324" y="333"/>
                    </a:cubicBezTo>
                    <a:cubicBezTo>
                      <a:pt x="347" y="346"/>
                      <a:pt x="347" y="346"/>
                      <a:pt x="347" y="346"/>
                    </a:cubicBezTo>
                    <a:cubicBezTo>
                      <a:pt x="349" y="347"/>
                      <a:pt x="351" y="347"/>
                      <a:pt x="353" y="345"/>
                    </a:cubicBezTo>
                    <a:cubicBezTo>
                      <a:pt x="370" y="325"/>
                      <a:pt x="370" y="325"/>
                      <a:pt x="370" y="325"/>
                    </a:cubicBezTo>
                    <a:cubicBezTo>
                      <a:pt x="371" y="323"/>
                      <a:pt x="371" y="321"/>
                      <a:pt x="370" y="319"/>
                    </a:cubicBezTo>
                    <a:cubicBezTo>
                      <a:pt x="352" y="300"/>
                      <a:pt x="352" y="300"/>
                      <a:pt x="352" y="300"/>
                    </a:cubicBezTo>
                    <a:cubicBezTo>
                      <a:pt x="358" y="290"/>
                      <a:pt x="363" y="280"/>
                      <a:pt x="367" y="270"/>
                    </a:cubicBezTo>
                    <a:cubicBezTo>
                      <a:pt x="394" y="273"/>
                      <a:pt x="394" y="273"/>
                      <a:pt x="394" y="273"/>
                    </a:cubicBezTo>
                    <a:cubicBezTo>
                      <a:pt x="396" y="273"/>
                      <a:pt x="398" y="271"/>
                      <a:pt x="398" y="269"/>
                    </a:cubicBezTo>
                    <a:cubicBezTo>
                      <a:pt x="405" y="244"/>
                      <a:pt x="405" y="244"/>
                      <a:pt x="405" y="244"/>
                    </a:cubicBezTo>
                    <a:cubicBezTo>
                      <a:pt x="406" y="242"/>
                      <a:pt x="405" y="239"/>
                      <a:pt x="403" y="238"/>
                    </a:cubicBezTo>
                    <a:cubicBezTo>
                      <a:pt x="378" y="228"/>
                      <a:pt x="378" y="228"/>
                      <a:pt x="378" y="228"/>
                    </a:cubicBezTo>
                    <a:cubicBezTo>
                      <a:pt x="380" y="220"/>
                      <a:pt x="380" y="212"/>
                      <a:pt x="380" y="204"/>
                    </a:cubicBezTo>
                    <a:cubicBezTo>
                      <a:pt x="380" y="201"/>
                      <a:pt x="380" y="198"/>
                      <a:pt x="380" y="195"/>
                    </a:cubicBezTo>
                    <a:cubicBezTo>
                      <a:pt x="405" y="186"/>
                      <a:pt x="405" y="186"/>
                      <a:pt x="405" y="186"/>
                    </a:cubicBezTo>
                    <a:cubicBezTo>
                      <a:pt x="407" y="186"/>
                      <a:pt x="408" y="183"/>
                      <a:pt x="408" y="181"/>
                    </a:cubicBezTo>
                    <a:close/>
                    <a:moveTo>
                      <a:pt x="279" y="329"/>
                    </a:moveTo>
                    <a:cubicBezTo>
                      <a:pt x="270" y="334"/>
                      <a:pt x="261" y="338"/>
                      <a:pt x="252" y="342"/>
                    </a:cubicBezTo>
                    <a:cubicBezTo>
                      <a:pt x="241" y="345"/>
                      <a:pt x="230" y="348"/>
                      <a:pt x="219" y="349"/>
                    </a:cubicBezTo>
                    <a:cubicBezTo>
                      <a:pt x="214" y="349"/>
                      <a:pt x="209" y="350"/>
                      <a:pt x="204" y="350"/>
                    </a:cubicBezTo>
                    <a:cubicBezTo>
                      <a:pt x="199" y="350"/>
                      <a:pt x="194" y="349"/>
                      <a:pt x="189" y="349"/>
                    </a:cubicBezTo>
                    <a:cubicBezTo>
                      <a:pt x="178" y="348"/>
                      <a:pt x="167" y="345"/>
                      <a:pt x="156" y="342"/>
                    </a:cubicBezTo>
                    <a:cubicBezTo>
                      <a:pt x="147" y="338"/>
                      <a:pt x="138" y="334"/>
                      <a:pt x="130" y="329"/>
                    </a:cubicBezTo>
                    <a:cubicBezTo>
                      <a:pt x="120" y="323"/>
                      <a:pt x="111" y="316"/>
                      <a:pt x="103" y="308"/>
                    </a:cubicBezTo>
                    <a:cubicBezTo>
                      <a:pt x="93" y="299"/>
                      <a:pt x="84" y="288"/>
                      <a:pt x="77" y="275"/>
                    </a:cubicBezTo>
                    <a:cubicBezTo>
                      <a:pt x="74" y="269"/>
                      <a:pt x="71" y="263"/>
                      <a:pt x="68" y="256"/>
                    </a:cubicBezTo>
                    <a:cubicBezTo>
                      <a:pt x="63" y="243"/>
                      <a:pt x="60" y="229"/>
                      <a:pt x="59" y="215"/>
                    </a:cubicBezTo>
                    <a:cubicBezTo>
                      <a:pt x="59" y="211"/>
                      <a:pt x="59" y="208"/>
                      <a:pt x="59" y="204"/>
                    </a:cubicBezTo>
                    <a:cubicBezTo>
                      <a:pt x="59" y="196"/>
                      <a:pt x="59" y="188"/>
                      <a:pt x="60" y="181"/>
                    </a:cubicBezTo>
                    <a:cubicBezTo>
                      <a:pt x="62" y="171"/>
                      <a:pt x="65" y="162"/>
                      <a:pt x="68" y="153"/>
                    </a:cubicBezTo>
                    <a:cubicBezTo>
                      <a:pt x="72" y="142"/>
                      <a:pt x="77" y="132"/>
                      <a:pt x="84" y="122"/>
                    </a:cubicBezTo>
                    <a:cubicBezTo>
                      <a:pt x="89" y="114"/>
                      <a:pt x="96" y="107"/>
                      <a:pt x="103" y="100"/>
                    </a:cubicBezTo>
                    <a:cubicBezTo>
                      <a:pt x="111" y="92"/>
                      <a:pt x="120" y="85"/>
                      <a:pt x="130" y="79"/>
                    </a:cubicBezTo>
                    <a:cubicBezTo>
                      <a:pt x="138" y="74"/>
                      <a:pt x="147" y="70"/>
                      <a:pt x="156" y="67"/>
                    </a:cubicBezTo>
                    <a:cubicBezTo>
                      <a:pt x="167" y="63"/>
                      <a:pt x="178" y="61"/>
                      <a:pt x="189" y="59"/>
                    </a:cubicBezTo>
                    <a:cubicBezTo>
                      <a:pt x="194" y="59"/>
                      <a:pt x="199" y="59"/>
                      <a:pt x="204" y="59"/>
                    </a:cubicBezTo>
                    <a:cubicBezTo>
                      <a:pt x="209" y="59"/>
                      <a:pt x="214" y="59"/>
                      <a:pt x="219" y="59"/>
                    </a:cubicBezTo>
                    <a:cubicBezTo>
                      <a:pt x="230" y="61"/>
                      <a:pt x="241" y="63"/>
                      <a:pt x="252" y="67"/>
                    </a:cubicBezTo>
                    <a:cubicBezTo>
                      <a:pt x="261" y="70"/>
                      <a:pt x="270" y="74"/>
                      <a:pt x="279" y="79"/>
                    </a:cubicBezTo>
                    <a:cubicBezTo>
                      <a:pt x="288" y="85"/>
                      <a:pt x="297" y="92"/>
                      <a:pt x="306" y="100"/>
                    </a:cubicBezTo>
                    <a:cubicBezTo>
                      <a:pt x="316" y="110"/>
                      <a:pt x="324" y="121"/>
                      <a:pt x="331" y="133"/>
                    </a:cubicBezTo>
                    <a:cubicBezTo>
                      <a:pt x="335" y="139"/>
                      <a:pt x="338" y="146"/>
                      <a:pt x="340" y="153"/>
                    </a:cubicBezTo>
                    <a:cubicBezTo>
                      <a:pt x="345" y="165"/>
                      <a:pt x="348" y="179"/>
                      <a:pt x="349" y="193"/>
                    </a:cubicBezTo>
                    <a:cubicBezTo>
                      <a:pt x="349" y="197"/>
                      <a:pt x="350" y="201"/>
                      <a:pt x="350" y="204"/>
                    </a:cubicBezTo>
                    <a:cubicBezTo>
                      <a:pt x="350" y="212"/>
                      <a:pt x="349" y="220"/>
                      <a:pt x="348" y="228"/>
                    </a:cubicBezTo>
                    <a:cubicBezTo>
                      <a:pt x="346" y="237"/>
                      <a:pt x="344" y="247"/>
                      <a:pt x="340" y="256"/>
                    </a:cubicBezTo>
                    <a:cubicBezTo>
                      <a:pt x="336" y="267"/>
                      <a:pt x="331" y="277"/>
                      <a:pt x="324" y="286"/>
                    </a:cubicBezTo>
                    <a:cubicBezTo>
                      <a:pt x="319" y="294"/>
                      <a:pt x="313" y="302"/>
                      <a:pt x="306" y="308"/>
                    </a:cubicBezTo>
                    <a:cubicBezTo>
                      <a:pt x="297" y="316"/>
                      <a:pt x="288" y="323"/>
                      <a:pt x="279" y="32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2" name="Freeform 13">
                <a:extLst>
                  <a:ext uri="{FF2B5EF4-FFF2-40B4-BE49-F238E27FC236}">
                    <a16:creationId xmlns:a16="http://schemas.microsoft.com/office/drawing/2014/main" id="{51654BDD-8035-5450-D807-F1A4FCEA88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097" y="2072128"/>
                <a:ext cx="372621" cy="372622"/>
              </a:xfrm>
              <a:custGeom>
                <a:avLst/>
                <a:gdLst/>
                <a:ahLst/>
                <a:cxnLst>
                  <a:cxn ang="0">
                    <a:pos x="236" y="109"/>
                  </a:cxn>
                  <a:cxn ang="0">
                    <a:pos x="229" y="76"/>
                  </a:cxn>
                  <a:cxn ang="0">
                    <a:pos x="221" y="60"/>
                  </a:cxn>
                  <a:cxn ang="0">
                    <a:pos x="201" y="33"/>
                  </a:cxn>
                  <a:cxn ang="0">
                    <a:pos x="179" y="17"/>
                  </a:cxn>
                  <a:cxn ang="0">
                    <a:pos x="157" y="7"/>
                  </a:cxn>
                  <a:cxn ang="0">
                    <a:pos x="130" y="1"/>
                  </a:cxn>
                  <a:cxn ang="0">
                    <a:pos x="118" y="0"/>
                  </a:cxn>
                  <a:cxn ang="0">
                    <a:pos x="106" y="1"/>
                  </a:cxn>
                  <a:cxn ang="0">
                    <a:pos x="79" y="7"/>
                  </a:cxn>
                  <a:cxn ang="0">
                    <a:pos x="58" y="17"/>
                  </a:cxn>
                  <a:cxn ang="0">
                    <a:pos x="36" y="33"/>
                  </a:cxn>
                  <a:cxn ang="0">
                    <a:pos x="20" y="52"/>
                  </a:cxn>
                  <a:cxn ang="0">
                    <a:pos x="8" y="76"/>
                  </a:cxn>
                  <a:cxn ang="0">
                    <a:pos x="1" y="99"/>
                  </a:cxn>
                  <a:cxn ang="0">
                    <a:pos x="0" y="118"/>
                  </a:cxn>
                  <a:cxn ang="0">
                    <a:pos x="0" y="127"/>
                  </a:cxn>
                  <a:cxn ang="0">
                    <a:pos x="8" y="160"/>
                  </a:cxn>
                  <a:cxn ang="0">
                    <a:pos x="15" y="176"/>
                  </a:cxn>
                  <a:cxn ang="0">
                    <a:pos x="36" y="203"/>
                  </a:cxn>
                  <a:cxn ang="0">
                    <a:pos x="58" y="220"/>
                  </a:cxn>
                  <a:cxn ang="0">
                    <a:pos x="79" y="230"/>
                  </a:cxn>
                  <a:cxn ang="0">
                    <a:pos x="106" y="236"/>
                  </a:cxn>
                  <a:cxn ang="0">
                    <a:pos x="118" y="236"/>
                  </a:cxn>
                  <a:cxn ang="0">
                    <a:pos x="130" y="236"/>
                  </a:cxn>
                  <a:cxn ang="0">
                    <a:pos x="157" y="230"/>
                  </a:cxn>
                  <a:cxn ang="0">
                    <a:pos x="179" y="220"/>
                  </a:cxn>
                  <a:cxn ang="0">
                    <a:pos x="201" y="203"/>
                  </a:cxn>
                  <a:cxn ang="0">
                    <a:pos x="216" y="185"/>
                  </a:cxn>
                  <a:cxn ang="0">
                    <a:pos x="229" y="160"/>
                  </a:cxn>
                  <a:cxn ang="0">
                    <a:pos x="235" y="137"/>
                  </a:cxn>
                  <a:cxn ang="0">
                    <a:pos x="236" y="118"/>
                  </a:cxn>
                  <a:cxn ang="0">
                    <a:pos x="236" y="109"/>
                  </a:cxn>
                </a:cxnLst>
                <a:rect l="0" t="0" r="r" b="b"/>
                <a:pathLst>
                  <a:path w="236" h="236">
                    <a:moveTo>
                      <a:pt x="236" y="109"/>
                    </a:moveTo>
                    <a:cubicBezTo>
                      <a:pt x="235" y="98"/>
                      <a:pt x="233" y="87"/>
                      <a:pt x="229" y="76"/>
                    </a:cubicBezTo>
                    <a:cubicBezTo>
                      <a:pt x="227" y="71"/>
                      <a:pt x="224" y="66"/>
                      <a:pt x="221" y="60"/>
                    </a:cubicBezTo>
                    <a:cubicBezTo>
                      <a:pt x="216" y="51"/>
                      <a:pt x="209" y="41"/>
                      <a:pt x="201" y="33"/>
                    </a:cubicBezTo>
                    <a:cubicBezTo>
                      <a:pt x="194" y="27"/>
                      <a:pt x="187" y="21"/>
                      <a:pt x="179" y="17"/>
                    </a:cubicBezTo>
                    <a:cubicBezTo>
                      <a:pt x="172" y="13"/>
                      <a:pt x="165" y="9"/>
                      <a:pt x="157" y="7"/>
                    </a:cubicBezTo>
                    <a:cubicBezTo>
                      <a:pt x="148" y="4"/>
                      <a:pt x="139" y="2"/>
                      <a:pt x="130" y="1"/>
                    </a:cubicBezTo>
                    <a:cubicBezTo>
                      <a:pt x="126" y="0"/>
                      <a:pt x="122" y="0"/>
                      <a:pt x="118" y="0"/>
                    </a:cubicBezTo>
                    <a:cubicBezTo>
                      <a:pt x="114" y="0"/>
                      <a:pt x="110" y="0"/>
                      <a:pt x="106" y="1"/>
                    </a:cubicBezTo>
                    <a:cubicBezTo>
                      <a:pt x="97" y="2"/>
                      <a:pt x="88" y="4"/>
                      <a:pt x="79" y="7"/>
                    </a:cubicBezTo>
                    <a:cubicBezTo>
                      <a:pt x="72" y="9"/>
                      <a:pt x="64" y="13"/>
                      <a:pt x="58" y="17"/>
                    </a:cubicBezTo>
                    <a:cubicBezTo>
                      <a:pt x="50" y="21"/>
                      <a:pt x="42" y="27"/>
                      <a:pt x="36" y="33"/>
                    </a:cubicBezTo>
                    <a:cubicBezTo>
                      <a:pt x="30" y="39"/>
                      <a:pt x="25" y="45"/>
                      <a:pt x="20" y="52"/>
                    </a:cubicBezTo>
                    <a:cubicBezTo>
                      <a:pt x="15" y="59"/>
                      <a:pt x="11" y="68"/>
                      <a:pt x="8" y="76"/>
                    </a:cubicBezTo>
                    <a:cubicBezTo>
                      <a:pt x="5" y="84"/>
                      <a:pt x="3" y="91"/>
                      <a:pt x="1" y="99"/>
                    </a:cubicBezTo>
                    <a:cubicBezTo>
                      <a:pt x="0" y="105"/>
                      <a:pt x="0" y="112"/>
                      <a:pt x="0" y="118"/>
                    </a:cubicBezTo>
                    <a:cubicBezTo>
                      <a:pt x="0" y="121"/>
                      <a:pt x="0" y="124"/>
                      <a:pt x="0" y="127"/>
                    </a:cubicBezTo>
                    <a:cubicBezTo>
                      <a:pt x="1" y="139"/>
                      <a:pt x="4" y="150"/>
                      <a:pt x="8" y="160"/>
                    </a:cubicBezTo>
                    <a:cubicBezTo>
                      <a:pt x="10" y="166"/>
                      <a:pt x="12" y="171"/>
                      <a:pt x="15" y="176"/>
                    </a:cubicBezTo>
                    <a:cubicBezTo>
                      <a:pt x="21" y="186"/>
                      <a:pt x="28" y="195"/>
                      <a:pt x="36" y="203"/>
                    </a:cubicBezTo>
                    <a:cubicBezTo>
                      <a:pt x="42" y="209"/>
                      <a:pt x="50" y="215"/>
                      <a:pt x="58" y="220"/>
                    </a:cubicBezTo>
                    <a:cubicBezTo>
                      <a:pt x="64" y="224"/>
                      <a:pt x="72" y="227"/>
                      <a:pt x="79" y="230"/>
                    </a:cubicBezTo>
                    <a:cubicBezTo>
                      <a:pt x="88" y="233"/>
                      <a:pt x="97" y="235"/>
                      <a:pt x="106" y="236"/>
                    </a:cubicBezTo>
                    <a:cubicBezTo>
                      <a:pt x="110" y="236"/>
                      <a:pt x="114" y="236"/>
                      <a:pt x="118" y="236"/>
                    </a:cubicBezTo>
                    <a:cubicBezTo>
                      <a:pt x="122" y="236"/>
                      <a:pt x="126" y="236"/>
                      <a:pt x="130" y="236"/>
                    </a:cubicBezTo>
                    <a:cubicBezTo>
                      <a:pt x="139" y="235"/>
                      <a:pt x="148" y="233"/>
                      <a:pt x="157" y="230"/>
                    </a:cubicBezTo>
                    <a:cubicBezTo>
                      <a:pt x="165" y="227"/>
                      <a:pt x="172" y="224"/>
                      <a:pt x="179" y="220"/>
                    </a:cubicBezTo>
                    <a:cubicBezTo>
                      <a:pt x="187" y="215"/>
                      <a:pt x="194" y="209"/>
                      <a:pt x="201" y="203"/>
                    </a:cubicBezTo>
                    <a:cubicBezTo>
                      <a:pt x="206" y="197"/>
                      <a:pt x="211" y="191"/>
                      <a:pt x="216" y="185"/>
                    </a:cubicBezTo>
                    <a:cubicBezTo>
                      <a:pt x="221" y="177"/>
                      <a:pt x="225" y="169"/>
                      <a:pt x="229" y="160"/>
                    </a:cubicBezTo>
                    <a:cubicBezTo>
                      <a:pt x="231" y="153"/>
                      <a:pt x="234" y="145"/>
                      <a:pt x="235" y="137"/>
                    </a:cubicBezTo>
                    <a:cubicBezTo>
                      <a:pt x="236" y="131"/>
                      <a:pt x="236" y="125"/>
                      <a:pt x="236" y="118"/>
                    </a:cubicBezTo>
                    <a:cubicBezTo>
                      <a:pt x="236" y="115"/>
                      <a:pt x="236" y="112"/>
                      <a:pt x="236" y="10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3" name="Freeform 14">
                <a:extLst>
                  <a:ext uri="{FF2B5EF4-FFF2-40B4-BE49-F238E27FC236}">
                    <a16:creationId xmlns:a16="http://schemas.microsoft.com/office/drawing/2014/main" id="{1FD337F6-E5EE-841A-0052-183945CE4C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49423" y="2170730"/>
                <a:ext cx="482688" cy="487274"/>
              </a:xfrm>
              <a:custGeom>
                <a:avLst/>
                <a:gdLst/>
                <a:ahLst/>
                <a:cxnLst>
                  <a:cxn ang="0">
                    <a:pos x="300" y="109"/>
                  </a:cxn>
                  <a:cxn ang="0">
                    <a:pos x="276" y="108"/>
                  </a:cxn>
                  <a:cxn ang="0">
                    <a:pos x="272" y="61"/>
                  </a:cxn>
                  <a:cxn ang="0">
                    <a:pos x="258" y="42"/>
                  </a:cxn>
                  <a:cxn ang="0">
                    <a:pos x="238" y="53"/>
                  </a:cxn>
                  <a:cxn ang="0">
                    <a:pos x="222" y="19"/>
                  </a:cxn>
                  <a:cxn ang="0">
                    <a:pos x="201" y="8"/>
                  </a:cxn>
                  <a:cxn ang="0">
                    <a:pos x="187" y="26"/>
                  </a:cxn>
                  <a:cxn ang="0">
                    <a:pos x="158" y="3"/>
                  </a:cxn>
                  <a:cxn ang="0">
                    <a:pos x="134" y="1"/>
                  </a:cxn>
                  <a:cxn ang="0">
                    <a:pos x="129" y="24"/>
                  </a:cxn>
                  <a:cxn ang="0">
                    <a:pos x="93" y="15"/>
                  </a:cxn>
                  <a:cxn ang="0">
                    <a:pos x="71" y="23"/>
                  </a:cxn>
                  <a:cxn ang="0">
                    <a:pos x="76" y="46"/>
                  </a:cxn>
                  <a:cxn ang="0">
                    <a:pos x="40" y="53"/>
                  </a:cxn>
                  <a:cxn ang="0">
                    <a:pos x="24" y="70"/>
                  </a:cxn>
                  <a:cxn ang="0">
                    <a:pos x="38" y="88"/>
                  </a:cxn>
                  <a:cxn ang="0">
                    <a:pos x="8" y="110"/>
                  </a:cxn>
                  <a:cxn ang="0">
                    <a:pos x="0" y="132"/>
                  </a:cxn>
                  <a:cxn ang="0">
                    <a:pos x="21" y="142"/>
                  </a:cxn>
                  <a:cxn ang="0">
                    <a:pos x="21" y="168"/>
                  </a:cxn>
                  <a:cxn ang="0">
                    <a:pos x="1" y="179"/>
                  </a:cxn>
                  <a:cxn ang="0">
                    <a:pos x="9" y="201"/>
                  </a:cxn>
                  <a:cxn ang="0">
                    <a:pos x="45" y="231"/>
                  </a:cxn>
                  <a:cxn ang="0">
                    <a:pos x="33" y="251"/>
                  </a:cxn>
                  <a:cxn ang="0">
                    <a:pos x="51" y="266"/>
                  </a:cxn>
                  <a:cxn ang="0">
                    <a:pos x="88" y="269"/>
                  </a:cxn>
                  <a:cxn ang="0">
                    <a:pos x="85" y="292"/>
                  </a:cxn>
                  <a:cxn ang="0">
                    <a:pos x="108" y="298"/>
                  </a:cxn>
                  <a:cxn ang="0">
                    <a:pos x="143" y="285"/>
                  </a:cxn>
                  <a:cxn ang="0">
                    <a:pos x="151" y="307"/>
                  </a:cxn>
                  <a:cxn ang="0">
                    <a:pos x="174" y="303"/>
                  </a:cxn>
                  <a:cxn ang="0">
                    <a:pos x="200" y="277"/>
                  </a:cxn>
                  <a:cxn ang="0">
                    <a:pos x="216" y="294"/>
                  </a:cxn>
                  <a:cxn ang="0">
                    <a:pos x="235" y="280"/>
                  </a:cxn>
                  <a:cxn ang="0">
                    <a:pos x="248" y="245"/>
                  </a:cxn>
                  <a:cxn ang="0">
                    <a:pos x="269" y="254"/>
                  </a:cxn>
                  <a:cxn ang="0">
                    <a:pos x="281" y="234"/>
                  </a:cxn>
                  <a:cxn ang="0">
                    <a:pos x="277" y="197"/>
                  </a:cxn>
                  <a:cxn ang="0">
                    <a:pos x="300" y="195"/>
                  </a:cxn>
                  <a:cxn ang="0">
                    <a:pos x="303" y="172"/>
                  </a:cxn>
                  <a:cxn ang="0">
                    <a:pos x="284" y="147"/>
                  </a:cxn>
                  <a:cxn ang="0">
                    <a:pos x="302" y="132"/>
                  </a:cxn>
                  <a:cxn ang="0">
                    <a:pos x="213" y="245"/>
                  </a:cxn>
                  <a:cxn ang="0">
                    <a:pos x="169" y="262"/>
                  </a:cxn>
                  <a:cxn ang="0">
                    <a:pos x="147" y="263"/>
                  </a:cxn>
                  <a:cxn ang="0">
                    <a:pos x="101" y="250"/>
                  </a:cxn>
                  <a:cxn ang="0">
                    <a:pos x="60" y="212"/>
                  </a:cxn>
                  <a:cxn ang="0">
                    <a:pos x="44" y="167"/>
                  </a:cxn>
                  <a:cxn ang="0">
                    <a:pos x="44" y="142"/>
                  </a:cxn>
                  <a:cxn ang="0">
                    <a:pos x="59" y="97"/>
                  </a:cxn>
                  <a:cxn ang="0">
                    <a:pos x="92" y="63"/>
                  </a:cxn>
                  <a:cxn ang="0">
                    <a:pos x="136" y="46"/>
                  </a:cxn>
                  <a:cxn ang="0">
                    <a:pos x="158" y="45"/>
                  </a:cxn>
                  <a:cxn ang="0">
                    <a:pos x="203" y="57"/>
                  </a:cxn>
                  <a:cxn ang="0">
                    <a:pos x="245" y="95"/>
                  </a:cxn>
                  <a:cxn ang="0">
                    <a:pos x="261" y="140"/>
                  </a:cxn>
                  <a:cxn ang="0">
                    <a:pos x="261" y="166"/>
                  </a:cxn>
                  <a:cxn ang="0">
                    <a:pos x="246" y="210"/>
                  </a:cxn>
                  <a:cxn ang="0">
                    <a:pos x="213" y="245"/>
                  </a:cxn>
                </a:cxnLst>
                <a:rect l="0" t="0" r="r" b="b"/>
                <a:pathLst>
                  <a:path w="305" h="308">
                    <a:moveTo>
                      <a:pt x="304" y="129"/>
                    </a:moveTo>
                    <a:cubicBezTo>
                      <a:pt x="300" y="109"/>
                      <a:pt x="300" y="109"/>
                      <a:pt x="300" y="109"/>
                    </a:cubicBezTo>
                    <a:cubicBezTo>
                      <a:pt x="299" y="108"/>
                      <a:pt x="298" y="106"/>
                      <a:pt x="296" y="107"/>
                    </a:cubicBezTo>
                    <a:cubicBezTo>
                      <a:pt x="276" y="108"/>
                      <a:pt x="276" y="108"/>
                      <a:pt x="276" y="108"/>
                    </a:cubicBezTo>
                    <a:cubicBezTo>
                      <a:pt x="272" y="97"/>
                      <a:pt x="267" y="86"/>
                      <a:pt x="260" y="77"/>
                    </a:cubicBezTo>
                    <a:cubicBezTo>
                      <a:pt x="272" y="61"/>
                      <a:pt x="272" y="61"/>
                      <a:pt x="272" y="61"/>
                    </a:cubicBezTo>
                    <a:cubicBezTo>
                      <a:pt x="273" y="60"/>
                      <a:pt x="273" y="58"/>
                      <a:pt x="272" y="57"/>
                    </a:cubicBezTo>
                    <a:cubicBezTo>
                      <a:pt x="258" y="42"/>
                      <a:pt x="258" y="42"/>
                      <a:pt x="258" y="42"/>
                    </a:cubicBezTo>
                    <a:cubicBezTo>
                      <a:pt x="257" y="41"/>
                      <a:pt x="255" y="41"/>
                      <a:pt x="254" y="42"/>
                    </a:cubicBezTo>
                    <a:cubicBezTo>
                      <a:pt x="238" y="53"/>
                      <a:pt x="238" y="53"/>
                      <a:pt x="238" y="53"/>
                    </a:cubicBezTo>
                    <a:cubicBezTo>
                      <a:pt x="231" y="47"/>
                      <a:pt x="224" y="43"/>
                      <a:pt x="217" y="38"/>
                    </a:cubicBezTo>
                    <a:cubicBezTo>
                      <a:pt x="222" y="19"/>
                      <a:pt x="222" y="19"/>
                      <a:pt x="222" y="19"/>
                    </a:cubicBezTo>
                    <a:cubicBezTo>
                      <a:pt x="222" y="18"/>
                      <a:pt x="221" y="16"/>
                      <a:pt x="220" y="15"/>
                    </a:cubicBezTo>
                    <a:cubicBezTo>
                      <a:pt x="201" y="8"/>
                      <a:pt x="201" y="8"/>
                      <a:pt x="201" y="8"/>
                    </a:cubicBezTo>
                    <a:cubicBezTo>
                      <a:pt x="200" y="7"/>
                      <a:pt x="198" y="8"/>
                      <a:pt x="197" y="9"/>
                    </a:cubicBezTo>
                    <a:cubicBezTo>
                      <a:pt x="187" y="26"/>
                      <a:pt x="187" y="26"/>
                      <a:pt x="187" y="26"/>
                    </a:cubicBezTo>
                    <a:cubicBezTo>
                      <a:pt x="179" y="24"/>
                      <a:pt x="170" y="22"/>
                      <a:pt x="162" y="22"/>
                    </a:cubicBezTo>
                    <a:cubicBezTo>
                      <a:pt x="158" y="3"/>
                      <a:pt x="158" y="3"/>
                      <a:pt x="158" y="3"/>
                    </a:cubicBezTo>
                    <a:cubicBezTo>
                      <a:pt x="157" y="1"/>
                      <a:pt x="156" y="0"/>
                      <a:pt x="154" y="0"/>
                    </a:cubicBezTo>
                    <a:cubicBezTo>
                      <a:pt x="134" y="1"/>
                      <a:pt x="134" y="1"/>
                      <a:pt x="134" y="1"/>
                    </a:cubicBezTo>
                    <a:cubicBezTo>
                      <a:pt x="132" y="1"/>
                      <a:pt x="131" y="2"/>
                      <a:pt x="131" y="4"/>
                    </a:cubicBezTo>
                    <a:cubicBezTo>
                      <a:pt x="129" y="24"/>
                      <a:pt x="129" y="24"/>
                      <a:pt x="129" y="24"/>
                    </a:cubicBezTo>
                    <a:cubicBezTo>
                      <a:pt x="121" y="25"/>
                      <a:pt x="113" y="27"/>
                      <a:pt x="105" y="30"/>
                    </a:cubicBezTo>
                    <a:cubicBezTo>
                      <a:pt x="93" y="15"/>
                      <a:pt x="93" y="15"/>
                      <a:pt x="93" y="15"/>
                    </a:cubicBezTo>
                    <a:cubicBezTo>
                      <a:pt x="92" y="13"/>
                      <a:pt x="90" y="13"/>
                      <a:pt x="89" y="14"/>
                    </a:cubicBezTo>
                    <a:cubicBezTo>
                      <a:pt x="71" y="23"/>
                      <a:pt x="71" y="23"/>
                      <a:pt x="71" y="23"/>
                    </a:cubicBezTo>
                    <a:cubicBezTo>
                      <a:pt x="70" y="24"/>
                      <a:pt x="69" y="26"/>
                      <a:pt x="70" y="27"/>
                    </a:cubicBezTo>
                    <a:cubicBezTo>
                      <a:pt x="76" y="46"/>
                      <a:pt x="76" y="46"/>
                      <a:pt x="76" y="46"/>
                    </a:cubicBezTo>
                    <a:cubicBezTo>
                      <a:pt x="70" y="50"/>
                      <a:pt x="63" y="56"/>
                      <a:pt x="57" y="62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39" y="52"/>
                      <a:pt x="37" y="52"/>
                      <a:pt x="36" y="54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3" y="71"/>
                      <a:pt x="23" y="73"/>
                      <a:pt x="24" y="74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34" y="95"/>
                      <a:pt x="30" y="103"/>
                      <a:pt x="27" y="111"/>
                    </a:cubicBezTo>
                    <a:cubicBezTo>
                      <a:pt x="8" y="110"/>
                      <a:pt x="8" y="110"/>
                      <a:pt x="8" y="110"/>
                    </a:cubicBezTo>
                    <a:cubicBezTo>
                      <a:pt x="6" y="110"/>
                      <a:pt x="5" y="111"/>
                      <a:pt x="4" y="112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0" y="133"/>
                      <a:pt x="1" y="135"/>
                      <a:pt x="2" y="136"/>
                    </a:cubicBezTo>
                    <a:cubicBezTo>
                      <a:pt x="21" y="142"/>
                      <a:pt x="21" y="142"/>
                      <a:pt x="21" y="142"/>
                    </a:cubicBezTo>
                    <a:cubicBezTo>
                      <a:pt x="20" y="148"/>
                      <a:pt x="20" y="154"/>
                      <a:pt x="20" y="160"/>
                    </a:cubicBezTo>
                    <a:cubicBezTo>
                      <a:pt x="21" y="163"/>
                      <a:pt x="21" y="165"/>
                      <a:pt x="21" y="168"/>
                    </a:cubicBezTo>
                    <a:cubicBezTo>
                      <a:pt x="3" y="175"/>
                      <a:pt x="3" y="175"/>
                      <a:pt x="3" y="175"/>
                    </a:cubicBezTo>
                    <a:cubicBezTo>
                      <a:pt x="1" y="175"/>
                      <a:pt x="0" y="177"/>
                      <a:pt x="1" y="179"/>
                    </a:cubicBezTo>
                    <a:cubicBezTo>
                      <a:pt x="5" y="198"/>
                      <a:pt x="5" y="198"/>
                      <a:pt x="5" y="198"/>
                    </a:cubicBezTo>
                    <a:cubicBezTo>
                      <a:pt x="5" y="200"/>
                      <a:pt x="7" y="201"/>
                      <a:pt x="9" y="201"/>
                    </a:cubicBezTo>
                    <a:cubicBezTo>
                      <a:pt x="28" y="199"/>
                      <a:pt x="28" y="199"/>
                      <a:pt x="28" y="199"/>
                    </a:cubicBezTo>
                    <a:cubicBezTo>
                      <a:pt x="33" y="211"/>
                      <a:pt x="38" y="221"/>
                      <a:pt x="45" y="231"/>
                    </a:cubicBezTo>
                    <a:cubicBezTo>
                      <a:pt x="33" y="246"/>
                      <a:pt x="33" y="246"/>
                      <a:pt x="33" y="246"/>
                    </a:cubicBezTo>
                    <a:cubicBezTo>
                      <a:pt x="32" y="247"/>
                      <a:pt x="32" y="249"/>
                      <a:pt x="33" y="251"/>
                    </a:cubicBezTo>
                    <a:cubicBezTo>
                      <a:pt x="47" y="265"/>
                      <a:pt x="47" y="265"/>
                      <a:pt x="47" y="265"/>
                    </a:cubicBezTo>
                    <a:cubicBezTo>
                      <a:pt x="48" y="266"/>
                      <a:pt x="50" y="267"/>
                      <a:pt x="51" y="266"/>
                    </a:cubicBezTo>
                    <a:cubicBezTo>
                      <a:pt x="67" y="255"/>
                      <a:pt x="67" y="255"/>
                      <a:pt x="67" y="255"/>
                    </a:cubicBezTo>
                    <a:cubicBezTo>
                      <a:pt x="74" y="260"/>
                      <a:pt x="81" y="265"/>
                      <a:pt x="88" y="269"/>
                    </a:cubicBezTo>
                    <a:cubicBezTo>
                      <a:pt x="83" y="288"/>
                      <a:pt x="83" y="288"/>
                      <a:pt x="83" y="288"/>
                    </a:cubicBezTo>
                    <a:cubicBezTo>
                      <a:pt x="83" y="290"/>
                      <a:pt x="84" y="291"/>
                      <a:pt x="85" y="292"/>
                    </a:cubicBezTo>
                    <a:cubicBezTo>
                      <a:pt x="104" y="300"/>
                      <a:pt x="104" y="300"/>
                      <a:pt x="104" y="300"/>
                    </a:cubicBezTo>
                    <a:cubicBezTo>
                      <a:pt x="105" y="300"/>
                      <a:pt x="107" y="299"/>
                      <a:pt x="108" y="298"/>
                    </a:cubicBezTo>
                    <a:cubicBezTo>
                      <a:pt x="118" y="281"/>
                      <a:pt x="118" y="281"/>
                      <a:pt x="118" y="281"/>
                    </a:cubicBezTo>
                    <a:cubicBezTo>
                      <a:pt x="126" y="283"/>
                      <a:pt x="135" y="285"/>
                      <a:pt x="143" y="285"/>
                    </a:cubicBezTo>
                    <a:cubicBezTo>
                      <a:pt x="147" y="305"/>
                      <a:pt x="147" y="305"/>
                      <a:pt x="147" y="305"/>
                    </a:cubicBezTo>
                    <a:cubicBezTo>
                      <a:pt x="148" y="306"/>
                      <a:pt x="149" y="308"/>
                      <a:pt x="151" y="307"/>
                    </a:cubicBezTo>
                    <a:cubicBezTo>
                      <a:pt x="171" y="306"/>
                      <a:pt x="171" y="306"/>
                      <a:pt x="171" y="306"/>
                    </a:cubicBezTo>
                    <a:cubicBezTo>
                      <a:pt x="172" y="306"/>
                      <a:pt x="174" y="305"/>
                      <a:pt x="174" y="303"/>
                    </a:cubicBezTo>
                    <a:cubicBezTo>
                      <a:pt x="176" y="284"/>
                      <a:pt x="176" y="284"/>
                      <a:pt x="176" y="284"/>
                    </a:cubicBezTo>
                    <a:cubicBezTo>
                      <a:pt x="184" y="282"/>
                      <a:pt x="192" y="280"/>
                      <a:pt x="200" y="277"/>
                    </a:cubicBezTo>
                    <a:cubicBezTo>
                      <a:pt x="212" y="293"/>
                      <a:pt x="212" y="293"/>
                      <a:pt x="212" y="293"/>
                    </a:cubicBezTo>
                    <a:cubicBezTo>
                      <a:pt x="213" y="294"/>
                      <a:pt x="214" y="294"/>
                      <a:pt x="216" y="294"/>
                    </a:cubicBezTo>
                    <a:cubicBezTo>
                      <a:pt x="234" y="284"/>
                      <a:pt x="234" y="284"/>
                      <a:pt x="234" y="284"/>
                    </a:cubicBezTo>
                    <a:cubicBezTo>
                      <a:pt x="235" y="284"/>
                      <a:pt x="236" y="282"/>
                      <a:pt x="235" y="280"/>
                    </a:cubicBezTo>
                    <a:cubicBezTo>
                      <a:pt x="228" y="262"/>
                      <a:pt x="228" y="262"/>
                      <a:pt x="228" y="262"/>
                    </a:cubicBezTo>
                    <a:cubicBezTo>
                      <a:pt x="235" y="257"/>
                      <a:pt x="242" y="251"/>
                      <a:pt x="248" y="245"/>
                    </a:cubicBezTo>
                    <a:cubicBezTo>
                      <a:pt x="265" y="255"/>
                      <a:pt x="265" y="255"/>
                      <a:pt x="265" y="255"/>
                    </a:cubicBezTo>
                    <a:cubicBezTo>
                      <a:pt x="266" y="255"/>
                      <a:pt x="268" y="255"/>
                      <a:pt x="269" y="254"/>
                    </a:cubicBezTo>
                    <a:cubicBezTo>
                      <a:pt x="281" y="238"/>
                      <a:pt x="281" y="238"/>
                      <a:pt x="281" y="238"/>
                    </a:cubicBezTo>
                    <a:cubicBezTo>
                      <a:pt x="282" y="237"/>
                      <a:pt x="282" y="235"/>
                      <a:pt x="281" y="234"/>
                    </a:cubicBezTo>
                    <a:cubicBezTo>
                      <a:pt x="267" y="219"/>
                      <a:pt x="267" y="219"/>
                      <a:pt x="267" y="219"/>
                    </a:cubicBezTo>
                    <a:cubicBezTo>
                      <a:pt x="271" y="212"/>
                      <a:pt x="275" y="205"/>
                      <a:pt x="277" y="197"/>
                    </a:cubicBezTo>
                    <a:cubicBezTo>
                      <a:pt x="297" y="198"/>
                      <a:pt x="297" y="198"/>
                      <a:pt x="297" y="198"/>
                    </a:cubicBezTo>
                    <a:cubicBezTo>
                      <a:pt x="299" y="198"/>
                      <a:pt x="300" y="197"/>
                      <a:pt x="300" y="195"/>
                    </a:cubicBezTo>
                    <a:cubicBezTo>
                      <a:pt x="305" y="176"/>
                      <a:pt x="305" y="176"/>
                      <a:pt x="305" y="176"/>
                    </a:cubicBezTo>
                    <a:cubicBezTo>
                      <a:pt x="305" y="174"/>
                      <a:pt x="304" y="172"/>
                      <a:pt x="303" y="172"/>
                    </a:cubicBezTo>
                    <a:cubicBezTo>
                      <a:pt x="284" y="165"/>
                      <a:pt x="284" y="165"/>
                      <a:pt x="284" y="165"/>
                    </a:cubicBezTo>
                    <a:cubicBezTo>
                      <a:pt x="285" y="159"/>
                      <a:pt x="285" y="153"/>
                      <a:pt x="284" y="147"/>
                    </a:cubicBezTo>
                    <a:cubicBezTo>
                      <a:pt x="284" y="145"/>
                      <a:pt x="284" y="142"/>
                      <a:pt x="284" y="140"/>
                    </a:cubicBezTo>
                    <a:cubicBezTo>
                      <a:pt x="302" y="132"/>
                      <a:pt x="302" y="132"/>
                      <a:pt x="302" y="132"/>
                    </a:cubicBezTo>
                    <a:cubicBezTo>
                      <a:pt x="304" y="132"/>
                      <a:pt x="305" y="130"/>
                      <a:pt x="304" y="129"/>
                    </a:cubicBezTo>
                    <a:close/>
                    <a:moveTo>
                      <a:pt x="213" y="245"/>
                    </a:moveTo>
                    <a:cubicBezTo>
                      <a:pt x="207" y="249"/>
                      <a:pt x="200" y="252"/>
                      <a:pt x="194" y="255"/>
                    </a:cubicBezTo>
                    <a:cubicBezTo>
                      <a:pt x="186" y="258"/>
                      <a:pt x="178" y="260"/>
                      <a:pt x="169" y="262"/>
                    </a:cubicBezTo>
                    <a:cubicBezTo>
                      <a:pt x="165" y="262"/>
                      <a:pt x="162" y="263"/>
                      <a:pt x="158" y="263"/>
                    </a:cubicBezTo>
                    <a:cubicBezTo>
                      <a:pt x="154" y="263"/>
                      <a:pt x="151" y="263"/>
                      <a:pt x="147" y="263"/>
                    </a:cubicBezTo>
                    <a:cubicBezTo>
                      <a:pt x="138" y="262"/>
                      <a:pt x="130" y="261"/>
                      <a:pt x="122" y="259"/>
                    </a:cubicBezTo>
                    <a:cubicBezTo>
                      <a:pt x="115" y="256"/>
                      <a:pt x="108" y="254"/>
                      <a:pt x="101" y="250"/>
                    </a:cubicBezTo>
                    <a:cubicBezTo>
                      <a:pt x="94" y="246"/>
                      <a:pt x="87" y="241"/>
                      <a:pt x="80" y="236"/>
                    </a:cubicBezTo>
                    <a:cubicBezTo>
                      <a:pt x="72" y="229"/>
                      <a:pt x="66" y="221"/>
                      <a:pt x="60" y="212"/>
                    </a:cubicBezTo>
                    <a:cubicBezTo>
                      <a:pt x="57" y="207"/>
                      <a:pt x="55" y="203"/>
                      <a:pt x="52" y="198"/>
                    </a:cubicBezTo>
                    <a:cubicBezTo>
                      <a:pt x="48" y="188"/>
                      <a:pt x="45" y="178"/>
                      <a:pt x="44" y="167"/>
                    </a:cubicBezTo>
                    <a:cubicBezTo>
                      <a:pt x="44" y="165"/>
                      <a:pt x="43" y="162"/>
                      <a:pt x="43" y="159"/>
                    </a:cubicBezTo>
                    <a:cubicBezTo>
                      <a:pt x="43" y="153"/>
                      <a:pt x="43" y="147"/>
                      <a:pt x="44" y="142"/>
                    </a:cubicBezTo>
                    <a:cubicBezTo>
                      <a:pt x="45" y="134"/>
                      <a:pt x="46" y="127"/>
                      <a:pt x="48" y="120"/>
                    </a:cubicBezTo>
                    <a:cubicBezTo>
                      <a:pt x="51" y="112"/>
                      <a:pt x="55" y="104"/>
                      <a:pt x="59" y="97"/>
                    </a:cubicBezTo>
                    <a:cubicBezTo>
                      <a:pt x="63" y="91"/>
                      <a:pt x="67" y="85"/>
                      <a:pt x="72" y="79"/>
                    </a:cubicBezTo>
                    <a:cubicBezTo>
                      <a:pt x="78" y="73"/>
                      <a:pt x="85" y="68"/>
                      <a:pt x="92" y="63"/>
                    </a:cubicBezTo>
                    <a:cubicBezTo>
                      <a:pt x="98" y="59"/>
                      <a:pt x="104" y="55"/>
                      <a:pt x="111" y="52"/>
                    </a:cubicBezTo>
                    <a:cubicBezTo>
                      <a:pt x="119" y="49"/>
                      <a:pt x="127" y="47"/>
                      <a:pt x="136" y="46"/>
                    </a:cubicBezTo>
                    <a:cubicBezTo>
                      <a:pt x="139" y="45"/>
                      <a:pt x="143" y="45"/>
                      <a:pt x="147" y="45"/>
                    </a:cubicBezTo>
                    <a:cubicBezTo>
                      <a:pt x="151" y="44"/>
                      <a:pt x="154" y="44"/>
                      <a:pt x="158" y="45"/>
                    </a:cubicBezTo>
                    <a:cubicBezTo>
                      <a:pt x="166" y="45"/>
                      <a:pt x="175" y="46"/>
                      <a:pt x="183" y="49"/>
                    </a:cubicBezTo>
                    <a:cubicBezTo>
                      <a:pt x="190" y="51"/>
                      <a:pt x="197" y="54"/>
                      <a:pt x="203" y="57"/>
                    </a:cubicBezTo>
                    <a:cubicBezTo>
                      <a:pt x="211" y="61"/>
                      <a:pt x="218" y="66"/>
                      <a:pt x="224" y="72"/>
                    </a:cubicBezTo>
                    <a:cubicBezTo>
                      <a:pt x="232" y="79"/>
                      <a:pt x="239" y="87"/>
                      <a:pt x="245" y="95"/>
                    </a:cubicBezTo>
                    <a:cubicBezTo>
                      <a:pt x="248" y="100"/>
                      <a:pt x="250" y="105"/>
                      <a:pt x="252" y="110"/>
                    </a:cubicBezTo>
                    <a:cubicBezTo>
                      <a:pt x="257" y="119"/>
                      <a:pt x="259" y="129"/>
                      <a:pt x="261" y="140"/>
                    </a:cubicBezTo>
                    <a:cubicBezTo>
                      <a:pt x="261" y="143"/>
                      <a:pt x="261" y="145"/>
                      <a:pt x="262" y="148"/>
                    </a:cubicBezTo>
                    <a:cubicBezTo>
                      <a:pt x="262" y="154"/>
                      <a:pt x="262" y="160"/>
                      <a:pt x="261" y="166"/>
                    </a:cubicBezTo>
                    <a:cubicBezTo>
                      <a:pt x="260" y="173"/>
                      <a:pt x="259" y="180"/>
                      <a:pt x="256" y="187"/>
                    </a:cubicBezTo>
                    <a:cubicBezTo>
                      <a:pt x="254" y="195"/>
                      <a:pt x="250" y="203"/>
                      <a:pt x="246" y="210"/>
                    </a:cubicBezTo>
                    <a:cubicBezTo>
                      <a:pt x="242" y="217"/>
                      <a:pt x="238" y="223"/>
                      <a:pt x="233" y="228"/>
                    </a:cubicBezTo>
                    <a:cubicBezTo>
                      <a:pt x="227" y="234"/>
                      <a:pt x="220" y="240"/>
                      <a:pt x="213" y="24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4" name="Freeform 15">
                <a:extLst>
                  <a:ext uri="{FF2B5EF4-FFF2-40B4-BE49-F238E27FC236}">
                    <a16:creationId xmlns:a16="http://schemas.microsoft.com/office/drawing/2014/main" id="{2732F046-FF51-2558-8EAE-751181FAE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1464" y="2273917"/>
                <a:ext cx="279753" cy="279753"/>
              </a:xfrm>
              <a:custGeom>
                <a:avLst/>
                <a:gdLst/>
                <a:ahLst/>
                <a:cxnLst>
                  <a:cxn ang="0">
                    <a:pos x="176" y="78"/>
                  </a:cxn>
                  <a:cxn ang="0">
                    <a:pos x="170" y="53"/>
                  </a:cxn>
                  <a:cxn ang="0">
                    <a:pos x="164" y="41"/>
                  </a:cxn>
                  <a:cxn ang="0">
                    <a:pos x="147" y="22"/>
                  </a:cxn>
                  <a:cxn ang="0">
                    <a:pos x="130" y="10"/>
                  </a:cxn>
                  <a:cxn ang="0">
                    <a:pos x="113" y="4"/>
                  </a:cxn>
                  <a:cxn ang="0">
                    <a:pos x="93" y="0"/>
                  </a:cxn>
                  <a:cxn ang="0">
                    <a:pos x="84" y="0"/>
                  </a:cxn>
                  <a:cxn ang="0">
                    <a:pos x="75" y="1"/>
                  </a:cxn>
                  <a:cxn ang="0">
                    <a:pos x="55" y="7"/>
                  </a:cxn>
                  <a:cxn ang="0">
                    <a:pos x="39" y="15"/>
                  </a:cxn>
                  <a:cxn ang="0">
                    <a:pos x="23" y="28"/>
                  </a:cxn>
                  <a:cxn ang="0">
                    <a:pos x="13" y="43"/>
                  </a:cxn>
                  <a:cxn ang="0">
                    <a:pos x="4" y="62"/>
                  </a:cxn>
                  <a:cxn ang="0">
                    <a:pos x="0" y="79"/>
                  </a:cxn>
                  <a:cxn ang="0">
                    <a:pos x="0" y="93"/>
                  </a:cxn>
                  <a:cxn ang="0">
                    <a:pos x="0" y="100"/>
                  </a:cxn>
                  <a:cxn ang="0">
                    <a:pos x="7" y="124"/>
                  </a:cxn>
                  <a:cxn ang="0">
                    <a:pos x="13" y="136"/>
                  </a:cxn>
                  <a:cxn ang="0">
                    <a:pos x="30" y="155"/>
                  </a:cxn>
                  <a:cxn ang="0">
                    <a:pos x="47" y="167"/>
                  </a:cxn>
                  <a:cxn ang="0">
                    <a:pos x="63" y="174"/>
                  </a:cxn>
                  <a:cxn ang="0">
                    <a:pos x="84" y="177"/>
                  </a:cxn>
                  <a:cxn ang="0">
                    <a:pos x="93" y="177"/>
                  </a:cxn>
                  <a:cxn ang="0">
                    <a:pos x="102" y="176"/>
                  </a:cxn>
                  <a:cxn ang="0">
                    <a:pos x="122" y="171"/>
                  </a:cxn>
                  <a:cxn ang="0">
                    <a:pos x="138" y="162"/>
                  </a:cxn>
                  <a:cxn ang="0">
                    <a:pos x="153" y="149"/>
                  </a:cxn>
                  <a:cxn ang="0">
                    <a:pos x="164" y="135"/>
                  </a:cxn>
                  <a:cxn ang="0">
                    <a:pos x="173" y="116"/>
                  </a:cxn>
                  <a:cxn ang="0">
                    <a:pos x="177" y="98"/>
                  </a:cxn>
                  <a:cxn ang="0">
                    <a:pos x="177" y="84"/>
                  </a:cxn>
                  <a:cxn ang="0">
                    <a:pos x="176" y="78"/>
                  </a:cxn>
                </a:cxnLst>
                <a:rect l="0" t="0" r="r" b="b"/>
                <a:pathLst>
                  <a:path w="177" h="177">
                    <a:moveTo>
                      <a:pt x="176" y="78"/>
                    </a:moveTo>
                    <a:cubicBezTo>
                      <a:pt x="175" y="69"/>
                      <a:pt x="173" y="61"/>
                      <a:pt x="170" y="53"/>
                    </a:cubicBezTo>
                    <a:cubicBezTo>
                      <a:pt x="168" y="49"/>
                      <a:pt x="166" y="45"/>
                      <a:pt x="164" y="41"/>
                    </a:cubicBezTo>
                    <a:cubicBezTo>
                      <a:pt x="159" y="34"/>
                      <a:pt x="153" y="28"/>
                      <a:pt x="147" y="22"/>
                    </a:cubicBezTo>
                    <a:cubicBezTo>
                      <a:pt x="142" y="17"/>
                      <a:pt x="136" y="13"/>
                      <a:pt x="130" y="10"/>
                    </a:cubicBezTo>
                    <a:cubicBezTo>
                      <a:pt x="125" y="7"/>
                      <a:pt x="119" y="5"/>
                      <a:pt x="113" y="4"/>
                    </a:cubicBezTo>
                    <a:cubicBezTo>
                      <a:pt x="107" y="2"/>
                      <a:pt x="100" y="0"/>
                      <a:pt x="93" y="0"/>
                    </a:cubicBezTo>
                    <a:cubicBezTo>
                      <a:pt x="90" y="0"/>
                      <a:pt x="87" y="0"/>
                      <a:pt x="84" y="0"/>
                    </a:cubicBezTo>
                    <a:cubicBezTo>
                      <a:pt x="81" y="0"/>
                      <a:pt x="78" y="1"/>
                      <a:pt x="75" y="1"/>
                    </a:cubicBezTo>
                    <a:cubicBezTo>
                      <a:pt x="68" y="2"/>
                      <a:pt x="61" y="4"/>
                      <a:pt x="55" y="7"/>
                    </a:cubicBezTo>
                    <a:cubicBezTo>
                      <a:pt x="49" y="9"/>
                      <a:pt x="44" y="12"/>
                      <a:pt x="39" y="15"/>
                    </a:cubicBezTo>
                    <a:cubicBezTo>
                      <a:pt x="33" y="19"/>
                      <a:pt x="28" y="23"/>
                      <a:pt x="23" y="28"/>
                    </a:cubicBezTo>
                    <a:cubicBezTo>
                      <a:pt x="19" y="33"/>
                      <a:pt x="16" y="37"/>
                      <a:pt x="13" y="43"/>
                    </a:cubicBezTo>
                    <a:cubicBezTo>
                      <a:pt x="9" y="48"/>
                      <a:pt x="6" y="55"/>
                      <a:pt x="4" y="62"/>
                    </a:cubicBezTo>
                    <a:cubicBezTo>
                      <a:pt x="2" y="67"/>
                      <a:pt x="1" y="73"/>
                      <a:pt x="0" y="79"/>
                    </a:cubicBezTo>
                    <a:cubicBezTo>
                      <a:pt x="0" y="84"/>
                      <a:pt x="0" y="88"/>
                      <a:pt x="0" y="93"/>
                    </a:cubicBezTo>
                    <a:cubicBezTo>
                      <a:pt x="0" y="95"/>
                      <a:pt x="0" y="98"/>
                      <a:pt x="0" y="100"/>
                    </a:cubicBezTo>
                    <a:cubicBezTo>
                      <a:pt x="1" y="108"/>
                      <a:pt x="4" y="117"/>
                      <a:pt x="7" y="124"/>
                    </a:cubicBezTo>
                    <a:cubicBezTo>
                      <a:pt x="9" y="128"/>
                      <a:pt x="11" y="132"/>
                      <a:pt x="13" y="136"/>
                    </a:cubicBezTo>
                    <a:cubicBezTo>
                      <a:pt x="18" y="143"/>
                      <a:pt x="23" y="150"/>
                      <a:pt x="30" y="155"/>
                    </a:cubicBezTo>
                    <a:cubicBezTo>
                      <a:pt x="35" y="160"/>
                      <a:pt x="41" y="164"/>
                      <a:pt x="47" y="167"/>
                    </a:cubicBezTo>
                    <a:cubicBezTo>
                      <a:pt x="52" y="170"/>
                      <a:pt x="58" y="172"/>
                      <a:pt x="63" y="174"/>
                    </a:cubicBezTo>
                    <a:cubicBezTo>
                      <a:pt x="70" y="176"/>
                      <a:pt x="77" y="177"/>
                      <a:pt x="84" y="177"/>
                    </a:cubicBezTo>
                    <a:cubicBezTo>
                      <a:pt x="87" y="177"/>
                      <a:pt x="90" y="177"/>
                      <a:pt x="93" y="177"/>
                    </a:cubicBezTo>
                    <a:cubicBezTo>
                      <a:pt x="96" y="177"/>
                      <a:pt x="99" y="177"/>
                      <a:pt x="102" y="176"/>
                    </a:cubicBezTo>
                    <a:cubicBezTo>
                      <a:pt x="109" y="175"/>
                      <a:pt x="116" y="173"/>
                      <a:pt x="122" y="171"/>
                    </a:cubicBezTo>
                    <a:cubicBezTo>
                      <a:pt x="127" y="169"/>
                      <a:pt x="133" y="166"/>
                      <a:pt x="138" y="162"/>
                    </a:cubicBezTo>
                    <a:cubicBezTo>
                      <a:pt x="143" y="159"/>
                      <a:pt x="149" y="154"/>
                      <a:pt x="153" y="149"/>
                    </a:cubicBezTo>
                    <a:cubicBezTo>
                      <a:pt x="157" y="145"/>
                      <a:pt x="161" y="140"/>
                      <a:pt x="164" y="135"/>
                    </a:cubicBezTo>
                    <a:cubicBezTo>
                      <a:pt x="168" y="129"/>
                      <a:pt x="171" y="123"/>
                      <a:pt x="173" y="116"/>
                    </a:cubicBezTo>
                    <a:cubicBezTo>
                      <a:pt x="175" y="110"/>
                      <a:pt x="176" y="104"/>
                      <a:pt x="177" y="98"/>
                    </a:cubicBezTo>
                    <a:cubicBezTo>
                      <a:pt x="177" y="94"/>
                      <a:pt x="177" y="89"/>
                      <a:pt x="177" y="84"/>
                    </a:cubicBezTo>
                    <a:cubicBezTo>
                      <a:pt x="177" y="82"/>
                      <a:pt x="177" y="80"/>
                      <a:pt x="176" y="7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5" name="Freeform 16">
                <a:extLst>
                  <a:ext uri="{FF2B5EF4-FFF2-40B4-BE49-F238E27FC236}">
                    <a16:creationId xmlns:a16="http://schemas.microsoft.com/office/drawing/2014/main" id="{811A9B47-3A8E-4EA5-28DE-1E06D11026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80631" y="1913908"/>
                <a:ext cx="292365" cy="302683"/>
              </a:xfrm>
              <a:custGeom>
                <a:avLst/>
                <a:gdLst/>
                <a:ahLst/>
                <a:cxnLst>
                  <a:cxn ang="0">
                    <a:pos x="150" y="122"/>
                  </a:cxn>
                  <a:cxn ang="0">
                    <a:pos x="154" y="86"/>
                  </a:cxn>
                  <a:cxn ang="0">
                    <a:pos x="184" y="68"/>
                  </a:cxn>
                  <a:cxn ang="0">
                    <a:pos x="169" y="50"/>
                  </a:cxn>
                  <a:cxn ang="0">
                    <a:pos x="114" y="37"/>
                  </a:cxn>
                  <a:cxn ang="0">
                    <a:pos x="114" y="3"/>
                  </a:cxn>
                  <a:cxn ang="0">
                    <a:pos x="91" y="6"/>
                  </a:cxn>
                  <a:cxn ang="0">
                    <a:pos x="52" y="47"/>
                  </a:cxn>
                  <a:cxn ang="0">
                    <a:pos x="22" y="30"/>
                  </a:cxn>
                  <a:cxn ang="0">
                    <a:pos x="14" y="52"/>
                  </a:cxn>
                  <a:cxn ang="0">
                    <a:pos x="30" y="88"/>
                  </a:cxn>
                  <a:cxn ang="0">
                    <a:pos x="6" y="118"/>
                  </a:cxn>
                  <a:cxn ang="0">
                    <a:pos x="8" y="142"/>
                  </a:cxn>
                  <a:cxn ang="0">
                    <a:pos x="41" y="133"/>
                  </a:cxn>
                  <a:cxn ang="0">
                    <a:pos x="68" y="182"/>
                  </a:cxn>
                  <a:cxn ang="0">
                    <a:pos x="90" y="192"/>
                  </a:cxn>
                  <a:cxn ang="0">
                    <a:pos x="99" y="159"/>
                  </a:cxn>
                  <a:cxn ang="0">
                    <a:pos x="155" y="160"/>
                  </a:cxn>
                  <a:cxn ang="0">
                    <a:pos x="174" y="146"/>
                  </a:cxn>
                  <a:cxn ang="0">
                    <a:pos x="138" y="102"/>
                  </a:cxn>
                  <a:cxn ang="0">
                    <a:pos x="109" y="100"/>
                  </a:cxn>
                  <a:cxn ang="0">
                    <a:pos x="110" y="96"/>
                  </a:cxn>
                  <a:cxn ang="0">
                    <a:pos x="138" y="102"/>
                  </a:cxn>
                  <a:cxn ang="0">
                    <a:pos x="53" y="74"/>
                  </a:cxn>
                  <a:cxn ang="0">
                    <a:pos x="75" y="94"/>
                  </a:cxn>
                  <a:cxn ang="0">
                    <a:pos x="48" y="107"/>
                  </a:cxn>
                  <a:cxn ang="0">
                    <a:pos x="132" y="73"/>
                  </a:cxn>
                  <a:cxn ang="0">
                    <a:pos x="101" y="81"/>
                  </a:cxn>
                  <a:cxn ang="0">
                    <a:pos x="132" y="73"/>
                  </a:cxn>
                  <a:cxn ang="0">
                    <a:pos x="88" y="79"/>
                  </a:cxn>
                  <a:cxn ang="0">
                    <a:pos x="60" y="63"/>
                  </a:cxn>
                  <a:cxn ang="0">
                    <a:pos x="53" y="119"/>
                  </a:cxn>
                  <a:cxn ang="0">
                    <a:pos x="84" y="111"/>
                  </a:cxn>
                  <a:cxn ang="0">
                    <a:pos x="53" y="119"/>
                  </a:cxn>
                  <a:cxn ang="0">
                    <a:pos x="97" y="113"/>
                  </a:cxn>
                  <a:cxn ang="0">
                    <a:pos x="124" y="129"/>
                  </a:cxn>
                </a:cxnLst>
                <a:rect l="0" t="0" r="r" b="b"/>
                <a:pathLst>
                  <a:path w="185" h="192">
                    <a:moveTo>
                      <a:pt x="171" y="140"/>
                    </a:moveTo>
                    <a:cubicBezTo>
                      <a:pt x="150" y="122"/>
                      <a:pt x="150" y="122"/>
                      <a:pt x="150" y="122"/>
                    </a:cubicBezTo>
                    <a:cubicBezTo>
                      <a:pt x="152" y="116"/>
                      <a:pt x="154" y="110"/>
                      <a:pt x="155" y="104"/>
                    </a:cubicBezTo>
                    <a:cubicBezTo>
                      <a:pt x="156" y="98"/>
                      <a:pt x="155" y="92"/>
                      <a:pt x="154" y="86"/>
                    </a:cubicBezTo>
                    <a:cubicBezTo>
                      <a:pt x="179" y="74"/>
                      <a:pt x="179" y="74"/>
                      <a:pt x="179" y="74"/>
                    </a:cubicBezTo>
                    <a:cubicBezTo>
                      <a:pt x="182" y="72"/>
                      <a:pt x="185" y="69"/>
                      <a:pt x="184" y="68"/>
                    </a:cubicBezTo>
                    <a:cubicBezTo>
                      <a:pt x="177" y="50"/>
                      <a:pt x="177" y="50"/>
                      <a:pt x="177" y="50"/>
                    </a:cubicBezTo>
                    <a:cubicBezTo>
                      <a:pt x="176" y="49"/>
                      <a:pt x="173" y="49"/>
                      <a:pt x="169" y="50"/>
                    </a:cubicBezTo>
                    <a:cubicBezTo>
                      <a:pt x="143" y="59"/>
                      <a:pt x="143" y="59"/>
                      <a:pt x="143" y="59"/>
                    </a:cubicBezTo>
                    <a:cubicBezTo>
                      <a:pt x="136" y="49"/>
                      <a:pt x="126" y="41"/>
                      <a:pt x="114" y="37"/>
                    </a:cubicBezTo>
                    <a:cubicBezTo>
                      <a:pt x="116" y="10"/>
                      <a:pt x="116" y="10"/>
                      <a:pt x="116" y="10"/>
                    </a:cubicBezTo>
                    <a:cubicBezTo>
                      <a:pt x="117" y="6"/>
                      <a:pt x="116" y="3"/>
                      <a:pt x="114" y="3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4" y="0"/>
                      <a:pt x="92" y="3"/>
                      <a:pt x="91" y="6"/>
                    </a:cubicBezTo>
                    <a:cubicBezTo>
                      <a:pt x="86" y="33"/>
                      <a:pt x="86" y="33"/>
                      <a:pt x="86" y="33"/>
                    </a:cubicBezTo>
                    <a:cubicBezTo>
                      <a:pt x="73" y="35"/>
                      <a:pt x="62" y="40"/>
                      <a:pt x="52" y="47"/>
                    </a:cubicBezTo>
                    <a:cubicBezTo>
                      <a:pt x="30" y="32"/>
                      <a:pt x="30" y="32"/>
                      <a:pt x="30" y="32"/>
                    </a:cubicBezTo>
                    <a:cubicBezTo>
                      <a:pt x="27" y="30"/>
                      <a:pt x="23" y="29"/>
                      <a:pt x="22" y="30"/>
                    </a:cubicBezTo>
                    <a:cubicBezTo>
                      <a:pt x="11" y="46"/>
                      <a:pt x="11" y="46"/>
                      <a:pt x="11" y="46"/>
                    </a:cubicBezTo>
                    <a:cubicBezTo>
                      <a:pt x="10" y="47"/>
                      <a:pt x="11" y="50"/>
                      <a:pt x="14" y="52"/>
                    </a:cubicBezTo>
                    <a:cubicBezTo>
                      <a:pt x="35" y="70"/>
                      <a:pt x="35" y="70"/>
                      <a:pt x="35" y="70"/>
                    </a:cubicBezTo>
                    <a:cubicBezTo>
                      <a:pt x="32" y="76"/>
                      <a:pt x="31" y="82"/>
                      <a:pt x="30" y="88"/>
                    </a:cubicBezTo>
                    <a:cubicBezTo>
                      <a:pt x="29" y="94"/>
                      <a:pt x="29" y="100"/>
                      <a:pt x="30" y="106"/>
                    </a:cubicBezTo>
                    <a:cubicBezTo>
                      <a:pt x="6" y="118"/>
                      <a:pt x="6" y="118"/>
                      <a:pt x="6" y="118"/>
                    </a:cubicBezTo>
                    <a:cubicBezTo>
                      <a:pt x="2" y="120"/>
                      <a:pt x="0" y="122"/>
                      <a:pt x="1" y="124"/>
                    </a:cubicBezTo>
                    <a:cubicBezTo>
                      <a:pt x="8" y="142"/>
                      <a:pt x="8" y="142"/>
                      <a:pt x="8" y="142"/>
                    </a:cubicBezTo>
                    <a:cubicBezTo>
                      <a:pt x="9" y="143"/>
                      <a:pt x="12" y="143"/>
                      <a:pt x="15" y="142"/>
                    </a:cubicBezTo>
                    <a:cubicBezTo>
                      <a:pt x="41" y="133"/>
                      <a:pt x="41" y="133"/>
                      <a:pt x="41" y="133"/>
                    </a:cubicBezTo>
                    <a:cubicBezTo>
                      <a:pt x="48" y="143"/>
                      <a:pt x="58" y="150"/>
                      <a:pt x="70" y="155"/>
                    </a:cubicBezTo>
                    <a:cubicBezTo>
                      <a:pt x="68" y="182"/>
                      <a:pt x="68" y="182"/>
                      <a:pt x="68" y="182"/>
                    </a:cubicBezTo>
                    <a:cubicBezTo>
                      <a:pt x="68" y="186"/>
                      <a:pt x="69" y="189"/>
                      <a:pt x="71" y="189"/>
                    </a:cubicBezTo>
                    <a:cubicBezTo>
                      <a:pt x="90" y="192"/>
                      <a:pt x="90" y="192"/>
                      <a:pt x="90" y="192"/>
                    </a:cubicBezTo>
                    <a:cubicBezTo>
                      <a:pt x="91" y="192"/>
                      <a:pt x="93" y="189"/>
                      <a:pt x="94" y="185"/>
                    </a:cubicBezTo>
                    <a:cubicBezTo>
                      <a:pt x="99" y="159"/>
                      <a:pt x="99" y="159"/>
                      <a:pt x="99" y="159"/>
                    </a:cubicBezTo>
                    <a:cubicBezTo>
                      <a:pt x="111" y="157"/>
                      <a:pt x="123" y="152"/>
                      <a:pt x="132" y="145"/>
                    </a:cubicBezTo>
                    <a:cubicBezTo>
                      <a:pt x="155" y="160"/>
                      <a:pt x="155" y="160"/>
                      <a:pt x="155" y="160"/>
                    </a:cubicBezTo>
                    <a:cubicBezTo>
                      <a:pt x="158" y="162"/>
                      <a:pt x="161" y="163"/>
                      <a:pt x="162" y="161"/>
                    </a:cubicBezTo>
                    <a:cubicBezTo>
                      <a:pt x="174" y="146"/>
                      <a:pt x="174" y="146"/>
                      <a:pt x="174" y="146"/>
                    </a:cubicBezTo>
                    <a:cubicBezTo>
                      <a:pt x="175" y="145"/>
                      <a:pt x="173" y="142"/>
                      <a:pt x="171" y="140"/>
                    </a:cubicBezTo>
                    <a:close/>
                    <a:moveTo>
                      <a:pt x="138" y="102"/>
                    </a:moveTo>
                    <a:cubicBezTo>
                      <a:pt x="137" y="108"/>
                      <a:pt x="135" y="113"/>
                      <a:pt x="132" y="118"/>
                    </a:cubicBezTo>
                    <a:cubicBezTo>
                      <a:pt x="109" y="100"/>
                      <a:pt x="109" y="100"/>
                      <a:pt x="109" y="100"/>
                    </a:cubicBezTo>
                    <a:cubicBezTo>
                      <a:pt x="109" y="100"/>
                      <a:pt x="109" y="99"/>
                      <a:pt x="110" y="98"/>
                    </a:cubicBezTo>
                    <a:cubicBezTo>
                      <a:pt x="110" y="97"/>
                      <a:pt x="110" y="97"/>
                      <a:pt x="110" y="96"/>
                    </a:cubicBezTo>
                    <a:cubicBezTo>
                      <a:pt x="137" y="85"/>
                      <a:pt x="137" y="85"/>
                      <a:pt x="137" y="85"/>
                    </a:cubicBezTo>
                    <a:cubicBezTo>
                      <a:pt x="138" y="90"/>
                      <a:pt x="138" y="96"/>
                      <a:pt x="138" y="102"/>
                    </a:cubicBezTo>
                    <a:close/>
                    <a:moveTo>
                      <a:pt x="47" y="90"/>
                    </a:moveTo>
                    <a:cubicBezTo>
                      <a:pt x="48" y="84"/>
                      <a:pt x="50" y="79"/>
                      <a:pt x="53" y="74"/>
                    </a:cubicBezTo>
                    <a:cubicBezTo>
                      <a:pt x="76" y="91"/>
                      <a:pt x="76" y="91"/>
                      <a:pt x="76" y="91"/>
                    </a:cubicBezTo>
                    <a:cubicBezTo>
                      <a:pt x="75" y="92"/>
                      <a:pt x="75" y="93"/>
                      <a:pt x="75" y="94"/>
                    </a:cubicBezTo>
                    <a:cubicBezTo>
                      <a:pt x="75" y="94"/>
                      <a:pt x="75" y="95"/>
                      <a:pt x="75" y="96"/>
                    </a:cubicBezTo>
                    <a:cubicBezTo>
                      <a:pt x="48" y="107"/>
                      <a:pt x="48" y="107"/>
                      <a:pt x="48" y="107"/>
                    </a:cubicBezTo>
                    <a:cubicBezTo>
                      <a:pt x="47" y="102"/>
                      <a:pt x="46" y="96"/>
                      <a:pt x="47" y="90"/>
                    </a:cubicBezTo>
                    <a:close/>
                    <a:moveTo>
                      <a:pt x="132" y="73"/>
                    </a:moveTo>
                    <a:cubicBezTo>
                      <a:pt x="105" y="84"/>
                      <a:pt x="105" y="84"/>
                      <a:pt x="105" y="84"/>
                    </a:cubicBezTo>
                    <a:cubicBezTo>
                      <a:pt x="104" y="83"/>
                      <a:pt x="102" y="82"/>
                      <a:pt x="101" y="81"/>
                    </a:cubicBezTo>
                    <a:cubicBezTo>
                      <a:pt x="105" y="52"/>
                      <a:pt x="105" y="52"/>
                      <a:pt x="105" y="52"/>
                    </a:cubicBezTo>
                    <a:cubicBezTo>
                      <a:pt x="116" y="55"/>
                      <a:pt x="126" y="63"/>
                      <a:pt x="132" y="73"/>
                    </a:cubicBezTo>
                    <a:close/>
                    <a:moveTo>
                      <a:pt x="92" y="50"/>
                    </a:moveTo>
                    <a:cubicBezTo>
                      <a:pt x="88" y="79"/>
                      <a:pt x="88" y="79"/>
                      <a:pt x="88" y="79"/>
                    </a:cubicBezTo>
                    <a:cubicBezTo>
                      <a:pt x="86" y="80"/>
                      <a:pt x="85" y="80"/>
                      <a:pt x="84" y="81"/>
                    </a:cubicBezTo>
                    <a:cubicBezTo>
                      <a:pt x="60" y="63"/>
                      <a:pt x="60" y="63"/>
                      <a:pt x="60" y="63"/>
                    </a:cubicBezTo>
                    <a:cubicBezTo>
                      <a:pt x="69" y="55"/>
                      <a:pt x="80" y="50"/>
                      <a:pt x="92" y="50"/>
                    </a:cubicBezTo>
                    <a:close/>
                    <a:moveTo>
                      <a:pt x="53" y="119"/>
                    </a:moveTo>
                    <a:cubicBezTo>
                      <a:pt x="80" y="108"/>
                      <a:pt x="80" y="108"/>
                      <a:pt x="80" y="108"/>
                    </a:cubicBezTo>
                    <a:cubicBezTo>
                      <a:pt x="81" y="109"/>
                      <a:pt x="82" y="110"/>
                      <a:pt x="84" y="111"/>
                    </a:cubicBezTo>
                    <a:cubicBezTo>
                      <a:pt x="80" y="140"/>
                      <a:pt x="80" y="140"/>
                      <a:pt x="80" y="140"/>
                    </a:cubicBezTo>
                    <a:cubicBezTo>
                      <a:pt x="69" y="137"/>
                      <a:pt x="59" y="129"/>
                      <a:pt x="53" y="119"/>
                    </a:cubicBezTo>
                    <a:close/>
                    <a:moveTo>
                      <a:pt x="93" y="142"/>
                    </a:moveTo>
                    <a:cubicBezTo>
                      <a:pt x="97" y="113"/>
                      <a:pt x="97" y="113"/>
                      <a:pt x="97" y="113"/>
                    </a:cubicBezTo>
                    <a:cubicBezTo>
                      <a:pt x="98" y="112"/>
                      <a:pt x="100" y="112"/>
                      <a:pt x="101" y="111"/>
                    </a:cubicBezTo>
                    <a:cubicBezTo>
                      <a:pt x="124" y="129"/>
                      <a:pt x="124" y="129"/>
                      <a:pt x="124" y="129"/>
                    </a:cubicBezTo>
                    <a:cubicBezTo>
                      <a:pt x="116" y="137"/>
                      <a:pt x="105" y="141"/>
                      <a:pt x="93" y="14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6" name="Freeform 17">
                <a:extLst>
                  <a:ext uri="{FF2B5EF4-FFF2-40B4-BE49-F238E27FC236}">
                    <a16:creationId xmlns:a16="http://schemas.microsoft.com/office/drawing/2014/main" id="{438ED377-453B-5EE2-4970-991F998585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8267" y="1237456"/>
                <a:ext cx="722312" cy="728045"/>
              </a:xfrm>
              <a:custGeom>
                <a:avLst/>
                <a:gdLst/>
                <a:ahLst/>
                <a:cxnLst>
                  <a:cxn ang="0">
                    <a:pos x="449" y="164"/>
                  </a:cxn>
                  <a:cxn ang="0">
                    <a:pos x="414" y="163"/>
                  </a:cxn>
                  <a:cxn ang="0">
                    <a:pos x="408" y="92"/>
                  </a:cxn>
                  <a:cxn ang="0">
                    <a:pos x="387" y="64"/>
                  </a:cxn>
                  <a:cxn ang="0">
                    <a:pos x="356" y="80"/>
                  </a:cxn>
                  <a:cxn ang="0">
                    <a:pos x="332" y="29"/>
                  </a:cxn>
                  <a:cxn ang="0">
                    <a:pos x="302" y="12"/>
                  </a:cxn>
                  <a:cxn ang="0">
                    <a:pos x="280" y="40"/>
                  </a:cxn>
                  <a:cxn ang="0">
                    <a:pos x="236" y="4"/>
                  </a:cxn>
                  <a:cxn ang="0">
                    <a:pos x="201" y="2"/>
                  </a:cxn>
                  <a:cxn ang="0">
                    <a:pos x="194" y="36"/>
                  </a:cxn>
                  <a:cxn ang="0">
                    <a:pos x="140" y="22"/>
                  </a:cxn>
                  <a:cxn ang="0">
                    <a:pos x="107" y="35"/>
                  </a:cxn>
                  <a:cxn ang="0">
                    <a:pos x="115" y="69"/>
                  </a:cxn>
                  <a:cxn ang="0">
                    <a:pos x="60" y="79"/>
                  </a:cxn>
                  <a:cxn ang="0">
                    <a:pos x="36" y="105"/>
                  </a:cxn>
                  <a:cxn ang="0">
                    <a:pos x="57" y="132"/>
                  </a:cxn>
                  <a:cxn ang="0">
                    <a:pos x="12" y="165"/>
                  </a:cxn>
                  <a:cxn ang="0">
                    <a:pos x="0" y="198"/>
                  </a:cxn>
                  <a:cxn ang="0">
                    <a:pos x="31" y="214"/>
                  </a:cxn>
                  <a:cxn ang="0">
                    <a:pos x="32" y="251"/>
                  </a:cxn>
                  <a:cxn ang="0">
                    <a:pos x="1" y="268"/>
                  </a:cxn>
                  <a:cxn ang="0">
                    <a:pos x="13" y="301"/>
                  </a:cxn>
                  <a:cxn ang="0">
                    <a:pos x="68" y="346"/>
                  </a:cxn>
                  <a:cxn ang="0">
                    <a:pos x="49" y="376"/>
                  </a:cxn>
                  <a:cxn ang="0">
                    <a:pos x="76" y="398"/>
                  </a:cxn>
                  <a:cxn ang="0">
                    <a:pos x="132" y="403"/>
                  </a:cxn>
                  <a:cxn ang="0">
                    <a:pos x="127" y="438"/>
                  </a:cxn>
                  <a:cxn ang="0">
                    <a:pos x="161" y="447"/>
                  </a:cxn>
                  <a:cxn ang="0">
                    <a:pos x="215" y="428"/>
                  </a:cxn>
                  <a:cxn ang="0">
                    <a:pos x="226" y="461"/>
                  </a:cxn>
                  <a:cxn ang="0">
                    <a:pos x="260" y="455"/>
                  </a:cxn>
                  <a:cxn ang="0">
                    <a:pos x="299" y="415"/>
                  </a:cxn>
                  <a:cxn ang="0">
                    <a:pos x="323" y="441"/>
                  </a:cxn>
                  <a:cxn ang="0">
                    <a:pos x="352" y="421"/>
                  </a:cxn>
                  <a:cxn ang="0">
                    <a:pos x="371" y="368"/>
                  </a:cxn>
                  <a:cxn ang="0">
                    <a:pos x="403" y="381"/>
                  </a:cxn>
                  <a:cxn ang="0">
                    <a:pos x="421" y="350"/>
                  </a:cxn>
                  <a:cxn ang="0">
                    <a:pos x="416" y="295"/>
                  </a:cxn>
                  <a:cxn ang="0">
                    <a:pos x="450" y="293"/>
                  </a:cxn>
                  <a:cxn ang="0">
                    <a:pos x="453" y="258"/>
                  </a:cxn>
                  <a:cxn ang="0">
                    <a:pos x="426" y="221"/>
                  </a:cxn>
                  <a:cxn ang="0">
                    <a:pos x="453" y="199"/>
                  </a:cxn>
                  <a:cxn ang="0">
                    <a:pos x="319" y="367"/>
                  </a:cxn>
                  <a:cxn ang="0">
                    <a:pos x="253" y="392"/>
                  </a:cxn>
                  <a:cxn ang="0">
                    <a:pos x="220" y="394"/>
                  </a:cxn>
                  <a:cxn ang="0">
                    <a:pos x="152" y="375"/>
                  </a:cxn>
                  <a:cxn ang="0">
                    <a:pos x="90" y="318"/>
                  </a:cxn>
                  <a:cxn ang="0">
                    <a:pos x="66" y="251"/>
                  </a:cxn>
                  <a:cxn ang="0">
                    <a:pos x="66" y="213"/>
                  </a:cxn>
                  <a:cxn ang="0">
                    <a:pos x="89" y="146"/>
                  </a:cxn>
                  <a:cxn ang="0">
                    <a:pos x="138" y="95"/>
                  </a:cxn>
                  <a:cxn ang="0">
                    <a:pos x="204" y="69"/>
                  </a:cxn>
                  <a:cxn ang="0">
                    <a:pos x="237" y="67"/>
                  </a:cxn>
                  <a:cxn ang="0">
                    <a:pos x="305" y="86"/>
                  </a:cxn>
                  <a:cxn ang="0">
                    <a:pos x="367" y="144"/>
                  </a:cxn>
                  <a:cxn ang="0">
                    <a:pos x="391" y="210"/>
                  </a:cxn>
                  <a:cxn ang="0">
                    <a:pos x="391" y="249"/>
                  </a:cxn>
                  <a:cxn ang="0">
                    <a:pos x="368" y="316"/>
                  </a:cxn>
                  <a:cxn ang="0">
                    <a:pos x="319" y="367"/>
                  </a:cxn>
                </a:cxnLst>
                <a:rect l="0" t="0" r="r" b="b"/>
                <a:pathLst>
                  <a:path w="457" h="461">
                    <a:moveTo>
                      <a:pt x="456" y="193"/>
                    </a:moveTo>
                    <a:cubicBezTo>
                      <a:pt x="449" y="164"/>
                      <a:pt x="449" y="164"/>
                      <a:pt x="449" y="164"/>
                    </a:cubicBezTo>
                    <a:cubicBezTo>
                      <a:pt x="448" y="162"/>
                      <a:pt x="446" y="160"/>
                      <a:pt x="444" y="160"/>
                    </a:cubicBezTo>
                    <a:cubicBezTo>
                      <a:pt x="414" y="163"/>
                      <a:pt x="414" y="163"/>
                      <a:pt x="414" y="163"/>
                    </a:cubicBezTo>
                    <a:cubicBezTo>
                      <a:pt x="408" y="146"/>
                      <a:pt x="399" y="130"/>
                      <a:pt x="389" y="115"/>
                    </a:cubicBezTo>
                    <a:cubicBezTo>
                      <a:pt x="408" y="92"/>
                      <a:pt x="408" y="92"/>
                      <a:pt x="408" y="92"/>
                    </a:cubicBezTo>
                    <a:cubicBezTo>
                      <a:pt x="409" y="90"/>
                      <a:pt x="409" y="87"/>
                      <a:pt x="407" y="86"/>
                    </a:cubicBezTo>
                    <a:cubicBezTo>
                      <a:pt x="387" y="64"/>
                      <a:pt x="387" y="64"/>
                      <a:pt x="387" y="64"/>
                    </a:cubicBezTo>
                    <a:cubicBezTo>
                      <a:pt x="385" y="62"/>
                      <a:pt x="383" y="62"/>
                      <a:pt x="381" y="63"/>
                    </a:cubicBezTo>
                    <a:cubicBezTo>
                      <a:pt x="356" y="80"/>
                      <a:pt x="356" y="80"/>
                      <a:pt x="356" y="80"/>
                    </a:cubicBezTo>
                    <a:cubicBezTo>
                      <a:pt x="346" y="72"/>
                      <a:pt x="336" y="64"/>
                      <a:pt x="325" y="58"/>
                    </a:cubicBezTo>
                    <a:cubicBezTo>
                      <a:pt x="332" y="29"/>
                      <a:pt x="332" y="29"/>
                      <a:pt x="332" y="29"/>
                    </a:cubicBezTo>
                    <a:cubicBezTo>
                      <a:pt x="333" y="27"/>
                      <a:pt x="332" y="25"/>
                      <a:pt x="329" y="24"/>
                    </a:cubicBezTo>
                    <a:cubicBezTo>
                      <a:pt x="302" y="12"/>
                      <a:pt x="302" y="12"/>
                      <a:pt x="302" y="12"/>
                    </a:cubicBezTo>
                    <a:cubicBezTo>
                      <a:pt x="299" y="11"/>
                      <a:pt x="297" y="12"/>
                      <a:pt x="295" y="14"/>
                    </a:cubicBezTo>
                    <a:cubicBezTo>
                      <a:pt x="280" y="40"/>
                      <a:pt x="280" y="40"/>
                      <a:pt x="280" y="40"/>
                    </a:cubicBezTo>
                    <a:cubicBezTo>
                      <a:pt x="268" y="36"/>
                      <a:pt x="255" y="34"/>
                      <a:pt x="242" y="33"/>
                    </a:cubicBezTo>
                    <a:cubicBezTo>
                      <a:pt x="236" y="4"/>
                      <a:pt x="236" y="4"/>
                      <a:pt x="236" y="4"/>
                    </a:cubicBezTo>
                    <a:cubicBezTo>
                      <a:pt x="236" y="2"/>
                      <a:pt x="233" y="0"/>
                      <a:pt x="231" y="0"/>
                    </a:cubicBezTo>
                    <a:cubicBezTo>
                      <a:pt x="201" y="2"/>
                      <a:pt x="201" y="2"/>
                      <a:pt x="201" y="2"/>
                    </a:cubicBezTo>
                    <a:cubicBezTo>
                      <a:pt x="199" y="2"/>
                      <a:pt x="197" y="4"/>
                      <a:pt x="196" y="6"/>
                    </a:cubicBezTo>
                    <a:cubicBezTo>
                      <a:pt x="194" y="36"/>
                      <a:pt x="194" y="36"/>
                      <a:pt x="194" y="36"/>
                    </a:cubicBezTo>
                    <a:cubicBezTo>
                      <a:pt x="181" y="38"/>
                      <a:pt x="169" y="42"/>
                      <a:pt x="157" y="46"/>
                    </a:cubicBezTo>
                    <a:cubicBezTo>
                      <a:pt x="140" y="22"/>
                      <a:pt x="140" y="22"/>
                      <a:pt x="140" y="22"/>
                    </a:cubicBezTo>
                    <a:cubicBezTo>
                      <a:pt x="138" y="20"/>
                      <a:pt x="136" y="20"/>
                      <a:pt x="133" y="21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5" y="36"/>
                      <a:pt x="104" y="39"/>
                      <a:pt x="105" y="41"/>
                    </a:cubicBezTo>
                    <a:cubicBezTo>
                      <a:pt x="115" y="69"/>
                      <a:pt x="115" y="69"/>
                      <a:pt x="115" y="69"/>
                    </a:cubicBezTo>
                    <a:cubicBezTo>
                      <a:pt x="104" y="76"/>
                      <a:pt x="95" y="84"/>
                      <a:pt x="86" y="93"/>
                    </a:cubicBezTo>
                    <a:cubicBezTo>
                      <a:pt x="60" y="79"/>
                      <a:pt x="60" y="79"/>
                      <a:pt x="60" y="79"/>
                    </a:cubicBezTo>
                    <a:cubicBezTo>
                      <a:pt x="58" y="78"/>
                      <a:pt x="55" y="79"/>
                      <a:pt x="54" y="81"/>
                    </a:cubicBezTo>
                    <a:cubicBezTo>
                      <a:pt x="36" y="105"/>
                      <a:pt x="36" y="105"/>
                      <a:pt x="36" y="105"/>
                    </a:cubicBezTo>
                    <a:cubicBezTo>
                      <a:pt x="34" y="106"/>
                      <a:pt x="34" y="109"/>
                      <a:pt x="36" y="111"/>
                    </a:cubicBezTo>
                    <a:cubicBezTo>
                      <a:pt x="57" y="132"/>
                      <a:pt x="57" y="132"/>
                      <a:pt x="57" y="132"/>
                    </a:cubicBezTo>
                    <a:cubicBezTo>
                      <a:pt x="51" y="143"/>
                      <a:pt x="45" y="154"/>
                      <a:pt x="41" y="166"/>
                    </a:cubicBezTo>
                    <a:cubicBezTo>
                      <a:pt x="12" y="165"/>
                      <a:pt x="12" y="165"/>
                      <a:pt x="12" y="165"/>
                    </a:cubicBezTo>
                    <a:cubicBezTo>
                      <a:pt x="9" y="164"/>
                      <a:pt x="7" y="166"/>
                      <a:pt x="7" y="169"/>
                    </a:cubicBezTo>
                    <a:cubicBezTo>
                      <a:pt x="0" y="198"/>
                      <a:pt x="0" y="198"/>
                      <a:pt x="0" y="198"/>
                    </a:cubicBezTo>
                    <a:cubicBezTo>
                      <a:pt x="0" y="200"/>
                      <a:pt x="1" y="203"/>
                      <a:pt x="3" y="204"/>
                    </a:cubicBezTo>
                    <a:cubicBezTo>
                      <a:pt x="31" y="214"/>
                      <a:pt x="31" y="214"/>
                      <a:pt x="31" y="214"/>
                    </a:cubicBezTo>
                    <a:cubicBezTo>
                      <a:pt x="31" y="223"/>
                      <a:pt x="30" y="232"/>
                      <a:pt x="31" y="241"/>
                    </a:cubicBezTo>
                    <a:cubicBezTo>
                      <a:pt x="31" y="244"/>
                      <a:pt x="31" y="248"/>
                      <a:pt x="32" y="251"/>
                    </a:cubicBezTo>
                    <a:cubicBezTo>
                      <a:pt x="4" y="262"/>
                      <a:pt x="4" y="262"/>
                      <a:pt x="4" y="262"/>
                    </a:cubicBezTo>
                    <a:cubicBezTo>
                      <a:pt x="2" y="263"/>
                      <a:pt x="1" y="266"/>
                      <a:pt x="1" y="268"/>
                    </a:cubicBezTo>
                    <a:cubicBezTo>
                      <a:pt x="8" y="297"/>
                      <a:pt x="8" y="297"/>
                      <a:pt x="8" y="297"/>
                    </a:cubicBezTo>
                    <a:cubicBezTo>
                      <a:pt x="8" y="300"/>
                      <a:pt x="11" y="301"/>
                      <a:pt x="13" y="301"/>
                    </a:cubicBezTo>
                    <a:cubicBezTo>
                      <a:pt x="43" y="299"/>
                      <a:pt x="43" y="299"/>
                      <a:pt x="43" y="299"/>
                    </a:cubicBezTo>
                    <a:cubicBezTo>
                      <a:pt x="49" y="316"/>
                      <a:pt x="57" y="332"/>
                      <a:pt x="68" y="346"/>
                    </a:cubicBezTo>
                    <a:cubicBezTo>
                      <a:pt x="49" y="369"/>
                      <a:pt x="49" y="369"/>
                      <a:pt x="49" y="369"/>
                    </a:cubicBezTo>
                    <a:cubicBezTo>
                      <a:pt x="48" y="371"/>
                      <a:pt x="48" y="374"/>
                      <a:pt x="49" y="376"/>
                    </a:cubicBezTo>
                    <a:cubicBezTo>
                      <a:pt x="70" y="398"/>
                      <a:pt x="70" y="398"/>
                      <a:pt x="70" y="398"/>
                    </a:cubicBezTo>
                    <a:cubicBezTo>
                      <a:pt x="71" y="399"/>
                      <a:pt x="74" y="400"/>
                      <a:pt x="76" y="398"/>
                    </a:cubicBezTo>
                    <a:cubicBezTo>
                      <a:pt x="101" y="382"/>
                      <a:pt x="101" y="382"/>
                      <a:pt x="101" y="382"/>
                    </a:cubicBezTo>
                    <a:cubicBezTo>
                      <a:pt x="110" y="390"/>
                      <a:pt x="121" y="397"/>
                      <a:pt x="132" y="403"/>
                    </a:cubicBezTo>
                    <a:cubicBezTo>
                      <a:pt x="124" y="432"/>
                      <a:pt x="124" y="432"/>
                      <a:pt x="124" y="432"/>
                    </a:cubicBezTo>
                    <a:cubicBezTo>
                      <a:pt x="124" y="434"/>
                      <a:pt x="125" y="437"/>
                      <a:pt x="127" y="438"/>
                    </a:cubicBezTo>
                    <a:cubicBezTo>
                      <a:pt x="155" y="449"/>
                      <a:pt x="155" y="449"/>
                      <a:pt x="155" y="449"/>
                    </a:cubicBezTo>
                    <a:cubicBezTo>
                      <a:pt x="157" y="450"/>
                      <a:pt x="160" y="449"/>
                      <a:pt x="161" y="447"/>
                    </a:cubicBezTo>
                    <a:cubicBezTo>
                      <a:pt x="177" y="422"/>
                      <a:pt x="177" y="422"/>
                      <a:pt x="177" y="422"/>
                    </a:cubicBezTo>
                    <a:cubicBezTo>
                      <a:pt x="189" y="425"/>
                      <a:pt x="202" y="427"/>
                      <a:pt x="215" y="428"/>
                    </a:cubicBezTo>
                    <a:cubicBezTo>
                      <a:pt x="221" y="457"/>
                      <a:pt x="221" y="457"/>
                      <a:pt x="221" y="457"/>
                    </a:cubicBezTo>
                    <a:cubicBezTo>
                      <a:pt x="221" y="459"/>
                      <a:pt x="223" y="461"/>
                      <a:pt x="226" y="461"/>
                    </a:cubicBezTo>
                    <a:cubicBezTo>
                      <a:pt x="256" y="460"/>
                      <a:pt x="256" y="460"/>
                      <a:pt x="256" y="460"/>
                    </a:cubicBezTo>
                    <a:cubicBezTo>
                      <a:pt x="258" y="459"/>
                      <a:pt x="260" y="457"/>
                      <a:pt x="260" y="455"/>
                    </a:cubicBezTo>
                    <a:cubicBezTo>
                      <a:pt x="263" y="426"/>
                      <a:pt x="263" y="426"/>
                      <a:pt x="263" y="426"/>
                    </a:cubicBezTo>
                    <a:cubicBezTo>
                      <a:pt x="276" y="423"/>
                      <a:pt x="288" y="420"/>
                      <a:pt x="299" y="415"/>
                    </a:cubicBezTo>
                    <a:cubicBezTo>
                      <a:pt x="317" y="439"/>
                      <a:pt x="317" y="439"/>
                      <a:pt x="317" y="439"/>
                    </a:cubicBezTo>
                    <a:cubicBezTo>
                      <a:pt x="318" y="441"/>
                      <a:pt x="321" y="442"/>
                      <a:pt x="323" y="441"/>
                    </a:cubicBezTo>
                    <a:cubicBezTo>
                      <a:pt x="350" y="427"/>
                      <a:pt x="350" y="427"/>
                      <a:pt x="350" y="427"/>
                    </a:cubicBezTo>
                    <a:cubicBezTo>
                      <a:pt x="352" y="425"/>
                      <a:pt x="353" y="423"/>
                      <a:pt x="352" y="421"/>
                    </a:cubicBezTo>
                    <a:cubicBezTo>
                      <a:pt x="342" y="393"/>
                      <a:pt x="342" y="393"/>
                      <a:pt x="342" y="393"/>
                    </a:cubicBezTo>
                    <a:cubicBezTo>
                      <a:pt x="353" y="385"/>
                      <a:pt x="362" y="377"/>
                      <a:pt x="371" y="368"/>
                    </a:cubicBezTo>
                    <a:cubicBezTo>
                      <a:pt x="397" y="382"/>
                      <a:pt x="397" y="382"/>
                      <a:pt x="397" y="382"/>
                    </a:cubicBezTo>
                    <a:cubicBezTo>
                      <a:pt x="399" y="383"/>
                      <a:pt x="402" y="383"/>
                      <a:pt x="403" y="381"/>
                    </a:cubicBezTo>
                    <a:cubicBezTo>
                      <a:pt x="421" y="357"/>
                      <a:pt x="421" y="357"/>
                      <a:pt x="421" y="357"/>
                    </a:cubicBezTo>
                    <a:cubicBezTo>
                      <a:pt x="423" y="355"/>
                      <a:pt x="423" y="352"/>
                      <a:pt x="421" y="350"/>
                    </a:cubicBezTo>
                    <a:cubicBezTo>
                      <a:pt x="400" y="329"/>
                      <a:pt x="400" y="329"/>
                      <a:pt x="400" y="329"/>
                    </a:cubicBezTo>
                    <a:cubicBezTo>
                      <a:pt x="406" y="318"/>
                      <a:pt x="411" y="307"/>
                      <a:pt x="416" y="295"/>
                    </a:cubicBezTo>
                    <a:cubicBezTo>
                      <a:pt x="445" y="297"/>
                      <a:pt x="445" y="297"/>
                      <a:pt x="445" y="297"/>
                    </a:cubicBezTo>
                    <a:cubicBezTo>
                      <a:pt x="447" y="297"/>
                      <a:pt x="450" y="295"/>
                      <a:pt x="450" y="293"/>
                    </a:cubicBezTo>
                    <a:cubicBezTo>
                      <a:pt x="456" y="264"/>
                      <a:pt x="456" y="264"/>
                      <a:pt x="456" y="264"/>
                    </a:cubicBezTo>
                    <a:cubicBezTo>
                      <a:pt x="457" y="261"/>
                      <a:pt x="456" y="259"/>
                      <a:pt x="453" y="258"/>
                    </a:cubicBezTo>
                    <a:cubicBezTo>
                      <a:pt x="426" y="248"/>
                      <a:pt x="426" y="248"/>
                      <a:pt x="426" y="248"/>
                    </a:cubicBezTo>
                    <a:cubicBezTo>
                      <a:pt x="426" y="239"/>
                      <a:pt x="426" y="230"/>
                      <a:pt x="426" y="221"/>
                    </a:cubicBezTo>
                    <a:cubicBezTo>
                      <a:pt x="426" y="217"/>
                      <a:pt x="425" y="214"/>
                      <a:pt x="425" y="210"/>
                    </a:cubicBezTo>
                    <a:cubicBezTo>
                      <a:pt x="453" y="199"/>
                      <a:pt x="453" y="199"/>
                      <a:pt x="453" y="199"/>
                    </a:cubicBezTo>
                    <a:cubicBezTo>
                      <a:pt x="455" y="198"/>
                      <a:pt x="456" y="196"/>
                      <a:pt x="456" y="193"/>
                    </a:cubicBezTo>
                    <a:close/>
                    <a:moveTo>
                      <a:pt x="319" y="367"/>
                    </a:moveTo>
                    <a:cubicBezTo>
                      <a:pt x="310" y="373"/>
                      <a:pt x="300" y="378"/>
                      <a:pt x="290" y="382"/>
                    </a:cubicBezTo>
                    <a:cubicBezTo>
                      <a:pt x="278" y="387"/>
                      <a:pt x="266" y="391"/>
                      <a:pt x="253" y="392"/>
                    </a:cubicBezTo>
                    <a:cubicBezTo>
                      <a:pt x="248" y="393"/>
                      <a:pt x="242" y="394"/>
                      <a:pt x="237" y="394"/>
                    </a:cubicBezTo>
                    <a:cubicBezTo>
                      <a:pt x="231" y="394"/>
                      <a:pt x="226" y="394"/>
                      <a:pt x="220" y="394"/>
                    </a:cubicBezTo>
                    <a:cubicBezTo>
                      <a:pt x="207" y="393"/>
                      <a:pt x="195" y="391"/>
                      <a:pt x="182" y="388"/>
                    </a:cubicBezTo>
                    <a:cubicBezTo>
                      <a:pt x="172" y="385"/>
                      <a:pt x="162" y="380"/>
                      <a:pt x="152" y="375"/>
                    </a:cubicBezTo>
                    <a:cubicBezTo>
                      <a:pt x="141" y="369"/>
                      <a:pt x="130" y="362"/>
                      <a:pt x="120" y="354"/>
                    </a:cubicBezTo>
                    <a:cubicBezTo>
                      <a:pt x="109" y="343"/>
                      <a:pt x="98" y="331"/>
                      <a:pt x="90" y="318"/>
                    </a:cubicBezTo>
                    <a:cubicBezTo>
                      <a:pt x="86" y="311"/>
                      <a:pt x="82" y="304"/>
                      <a:pt x="79" y="296"/>
                    </a:cubicBezTo>
                    <a:cubicBezTo>
                      <a:pt x="72" y="282"/>
                      <a:pt x="68" y="267"/>
                      <a:pt x="66" y="251"/>
                    </a:cubicBezTo>
                    <a:cubicBezTo>
                      <a:pt x="66" y="247"/>
                      <a:pt x="65" y="243"/>
                      <a:pt x="65" y="239"/>
                    </a:cubicBezTo>
                    <a:cubicBezTo>
                      <a:pt x="65" y="230"/>
                      <a:pt x="65" y="221"/>
                      <a:pt x="66" y="213"/>
                    </a:cubicBezTo>
                    <a:cubicBezTo>
                      <a:pt x="67" y="202"/>
                      <a:pt x="69" y="191"/>
                      <a:pt x="73" y="181"/>
                    </a:cubicBezTo>
                    <a:cubicBezTo>
                      <a:pt x="77" y="168"/>
                      <a:pt x="82" y="157"/>
                      <a:pt x="89" y="146"/>
                    </a:cubicBezTo>
                    <a:cubicBezTo>
                      <a:pt x="94" y="136"/>
                      <a:pt x="101" y="128"/>
                      <a:pt x="108" y="119"/>
                    </a:cubicBezTo>
                    <a:cubicBezTo>
                      <a:pt x="117" y="110"/>
                      <a:pt x="127" y="102"/>
                      <a:pt x="138" y="95"/>
                    </a:cubicBezTo>
                    <a:cubicBezTo>
                      <a:pt x="147" y="89"/>
                      <a:pt x="157" y="83"/>
                      <a:pt x="167" y="79"/>
                    </a:cubicBezTo>
                    <a:cubicBezTo>
                      <a:pt x="178" y="74"/>
                      <a:pt x="191" y="71"/>
                      <a:pt x="204" y="69"/>
                    </a:cubicBezTo>
                    <a:cubicBezTo>
                      <a:pt x="209" y="68"/>
                      <a:pt x="215" y="68"/>
                      <a:pt x="220" y="67"/>
                    </a:cubicBezTo>
                    <a:cubicBezTo>
                      <a:pt x="226" y="67"/>
                      <a:pt x="231" y="67"/>
                      <a:pt x="237" y="67"/>
                    </a:cubicBezTo>
                    <a:cubicBezTo>
                      <a:pt x="250" y="68"/>
                      <a:pt x="262" y="70"/>
                      <a:pt x="274" y="74"/>
                    </a:cubicBezTo>
                    <a:cubicBezTo>
                      <a:pt x="285" y="77"/>
                      <a:pt x="295" y="81"/>
                      <a:pt x="305" y="86"/>
                    </a:cubicBezTo>
                    <a:cubicBezTo>
                      <a:pt x="316" y="92"/>
                      <a:pt x="327" y="99"/>
                      <a:pt x="336" y="108"/>
                    </a:cubicBezTo>
                    <a:cubicBezTo>
                      <a:pt x="348" y="118"/>
                      <a:pt x="358" y="130"/>
                      <a:pt x="367" y="144"/>
                    </a:cubicBezTo>
                    <a:cubicBezTo>
                      <a:pt x="371" y="151"/>
                      <a:pt x="375" y="158"/>
                      <a:pt x="378" y="165"/>
                    </a:cubicBezTo>
                    <a:cubicBezTo>
                      <a:pt x="384" y="179"/>
                      <a:pt x="389" y="194"/>
                      <a:pt x="391" y="210"/>
                    </a:cubicBezTo>
                    <a:cubicBezTo>
                      <a:pt x="391" y="214"/>
                      <a:pt x="392" y="218"/>
                      <a:pt x="392" y="222"/>
                    </a:cubicBezTo>
                    <a:cubicBezTo>
                      <a:pt x="392" y="231"/>
                      <a:pt x="392" y="240"/>
                      <a:pt x="391" y="249"/>
                    </a:cubicBezTo>
                    <a:cubicBezTo>
                      <a:pt x="390" y="260"/>
                      <a:pt x="387" y="271"/>
                      <a:pt x="384" y="281"/>
                    </a:cubicBezTo>
                    <a:cubicBezTo>
                      <a:pt x="380" y="293"/>
                      <a:pt x="375" y="305"/>
                      <a:pt x="368" y="316"/>
                    </a:cubicBezTo>
                    <a:cubicBezTo>
                      <a:pt x="362" y="325"/>
                      <a:pt x="356" y="334"/>
                      <a:pt x="348" y="342"/>
                    </a:cubicBezTo>
                    <a:cubicBezTo>
                      <a:pt x="340" y="351"/>
                      <a:pt x="330" y="360"/>
                      <a:pt x="319" y="36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7" name="Freeform 18">
                <a:extLst>
                  <a:ext uri="{FF2B5EF4-FFF2-40B4-BE49-F238E27FC236}">
                    <a16:creationId xmlns:a16="http://schemas.microsoft.com/office/drawing/2014/main" id="{1442A51C-A92F-F838-F81D-6C30B116F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8462" y="1392238"/>
                <a:ext cx="419629" cy="420776"/>
              </a:xfrm>
              <a:custGeom>
                <a:avLst/>
                <a:gdLst/>
                <a:ahLst/>
                <a:cxnLst>
                  <a:cxn ang="0">
                    <a:pos x="265" y="116"/>
                  </a:cxn>
                  <a:cxn ang="0">
                    <a:pos x="255" y="79"/>
                  </a:cxn>
                  <a:cxn ang="0">
                    <a:pos x="246" y="62"/>
                  </a:cxn>
                  <a:cxn ang="0">
                    <a:pos x="221" y="33"/>
                  </a:cxn>
                  <a:cxn ang="0">
                    <a:pos x="195" y="15"/>
                  </a:cxn>
                  <a:cxn ang="0">
                    <a:pos x="171" y="5"/>
                  </a:cxn>
                  <a:cxn ang="0">
                    <a:pos x="140" y="0"/>
                  </a:cxn>
                  <a:cxn ang="0">
                    <a:pos x="127" y="0"/>
                  </a:cxn>
                  <a:cxn ang="0">
                    <a:pos x="113" y="1"/>
                  </a:cxn>
                  <a:cxn ang="0">
                    <a:pos x="83" y="10"/>
                  </a:cxn>
                  <a:cxn ang="0">
                    <a:pos x="60" y="22"/>
                  </a:cxn>
                  <a:cxn ang="0">
                    <a:pos x="36" y="42"/>
                  </a:cxn>
                  <a:cxn ang="0">
                    <a:pos x="20" y="64"/>
                  </a:cxn>
                  <a:cxn ang="0">
                    <a:pos x="7" y="92"/>
                  </a:cxn>
                  <a:cxn ang="0">
                    <a:pos x="1" y="118"/>
                  </a:cxn>
                  <a:cxn ang="0">
                    <a:pos x="1" y="139"/>
                  </a:cxn>
                  <a:cxn ang="0">
                    <a:pos x="2" y="149"/>
                  </a:cxn>
                  <a:cxn ang="0">
                    <a:pos x="12" y="186"/>
                  </a:cxn>
                  <a:cxn ang="0">
                    <a:pos x="21" y="203"/>
                  </a:cxn>
                  <a:cxn ang="0">
                    <a:pos x="46" y="233"/>
                  </a:cxn>
                  <a:cxn ang="0">
                    <a:pos x="71" y="250"/>
                  </a:cxn>
                  <a:cxn ang="0">
                    <a:pos x="96" y="260"/>
                  </a:cxn>
                  <a:cxn ang="0">
                    <a:pos x="127" y="266"/>
                  </a:cxn>
                  <a:cxn ang="0">
                    <a:pos x="140" y="266"/>
                  </a:cxn>
                  <a:cxn ang="0">
                    <a:pos x="153" y="264"/>
                  </a:cxn>
                  <a:cxn ang="0">
                    <a:pos x="184" y="256"/>
                  </a:cxn>
                  <a:cxn ang="0">
                    <a:pos x="207" y="243"/>
                  </a:cxn>
                  <a:cxn ang="0">
                    <a:pos x="231" y="223"/>
                  </a:cxn>
                  <a:cxn ang="0">
                    <a:pos x="247" y="202"/>
                  </a:cxn>
                  <a:cxn ang="0">
                    <a:pos x="260" y="174"/>
                  </a:cxn>
                  <a:cxn ang="0">
                    <a:pos x="266" y="147"/>
                  </a:cxn>
                  <a:cxn ang="0">
                    <a:pos x="266" y="126"/>
                  </a:cxn>
                  <a:cxn ang="0">
                    <a:pos x="265" y="116"/>
                  </a:cxn>
                </a:cxnLst>
                <a:rect l="0" t="0" r="r" b="b"/>
                <a:pathLst>
                  <a:path w="266" h="266">
                    <a:moveTo>
                      <a:pt x="265" y="116"/>
                    </a:moveTo>
                    <a:cubicBezTo>
                      <a:pt x="264" y="103"/>
                      <a:pt x="260" y="91"/>
                      <a:pt x="255" y="79"/>
                    </a:cubicBezTo>
                    <a:cubicBezTo>
                      <a:pt x="252" y="73"/>
                      <a:pt x="249" y="68"/>
                      <a:pt x="246" y="62"/>
                    </a:cubicBezTo>
                    <a:cubicBezTo>
                      <a:pt x="239" y="51"/>
                      <a:pt x="231" y="41"/>
                      <a:pt x="221" y="33"/>
                    </a:cubicBezTo>
                    <a:cubicBezTo>
                      <a:pt x="213" y="26"/>
                      <a:pt x="205" y="20"/>
                      <a:pt x="195" y="15"/>
                    </a:cubicBezTo>
                    <a:cubicBezTo>
                      <a:pt x="188" y="11"/>
                      <a:pt x="179" y="8"/>
                      <a:pt x="171" y="5"/>
                    </a:cubicBezTo>
                    <a:cubicBezTo>
                      <a:pt x="161" y="2"/>
                      <a:pt x="151" y="1"/>
                      <a:pt x="140" y="0"/>
                    </a:cubicBezTo>
                    <a:cubicBezTo>
                      <a:pt x="136" y="0"/>
                      <a:pt x="131" y="0"/>
                      <a:pt x="127" y="0"/>
                    </a:cubicBezTo>
                    <a:cubicBezTo>
                      <a:pt x="122" y="0"/>
                      <a:pt x="118" y="1"/>
                      <a:pt x="113" y="1"/>
                    </a:cubicBezTo>
                    <a:cubicBezTo>
                      <a:pt x="103" y="3"/>
                      <a:pt x="93" y="6"/>
                      <a:pt x="83" y="10"/>
                    </a:cubicBezTo>
                    <a:cubicBezTo>
                      <a:pt x="75" y="13"/>
                      <a:pt x="67" y="17"/>
                      <a:pt x="60" y="22"/>
                    </a:cubicBezTo>
                    <a:cubicBezTo>
                      <a:pt x="51" y="28"/>
                      <a:pt x="43" y="35"/>
                      <a:pt x="36" y="42"/>
                    </a:cubicBezTo>
                    <a:cubicBezTo>
                      <a:pt x="30" y="49"/>
                      <a:pt x="25" y="56"/>
                      <a:pt x="20" y="64"/>
                    </a:cubicBezTo>
                    <a:cubicBezTo>
                      <a:pt x="14" y="72"/>
                      <a:pt x="10" y="82"/>
                      <a:pt x="7" y="92"/>
                    </a:cubicBezTo>
                    <a:cubicBezTo>
                      <a:pt x="4" y="100"/>
                      <a:pt x="2" y="109"/>
                      <a:pt x="1" y="118"/>
                    </a:cubicBezTo>
                    <a:cubicBezTo>
                      <a:pt x="1" y="125"/>
                      <a:pt x="0" y="132"/>
                      <a:pt x="1" y="139"/>
                    </a:cubicBezTo>
                    <a:cubicBezTo>
                      <a:pt x="1" y="143"/>
                      <a:pt x="1" y="146"/>
                      <a:pt x="2" y="149"/>
                    </a:cubicBezTo>
                    <a:cubicBezTo>
                      <a:pt x="3" y="162"/>
                      <a:pt x="7" y="175"/>
                      <a:pt x="12" y="186"/>
                    </a:cubicBezTo>
                    <a:cubicBezTo>
                      <a:pt x="14" y="192"/>
                      <a:pt x="17" y="198"/>
                      <a:pt x="21" y="203"/>
                    </a:cubicBezTo>
                    <a:cubicBezTo>
                      <a:pt x="28" y="214"/>
                      <a:pt x="36" y="224"/>
                      <a:pt x="46" y="233"/>
                    </a:cubicBezTo>
                    <a:cubicBezTo>
                      <a:pt x="53" y="239"/>
                      <a:pt x="62" y="245"/>
                      <a:pt x="71" y="250"/>
                    </a:cubicBezTo>
                    <a:cubicBezTo>
                      <a:pt x="79" y="254"/>
                      <a:pt x="87" y="258"/>
                      <a:pt x="96" y="260"/>
                    </a:cubicBezTo>
                    <a:cubicBezTo>
                      <a:pt x="106" y="263"/>
                      <a:pt x="116" y="265"/>
                      <a:pt x="127" y="266"/>
                    </a:cubicBezTo>
                    <a:cubicBezTo>
                      <a:pt x="131" y="266"/>
                      <a:pt x="136" y="266"/>
                      <a:pt x="140" y="266"/>
                    </a:cubicBezTo>
                    <a:cubicBezTo>
                      <a:pt x="145" y="265"/>
                      <a:pt x="149" y="265"/>
                      <a:pt x="153" y="264"/>
                    </a:cubicBezTo>
                    <a:cubicBezTo>
                      <a:pt x="164" y="263"/>
                      <a:pt x="174" y="260"/>
                      <a:pt x="184" y="256"/>
                    </a:cubicBezTo>
                    <a:cubicBezTo>
                      <a:pt x="192" y="252"/>
                      <a:pt x="200" y="248"/>
                      <a:pt x="207" y="243"/>
                    </a:cubicBezTo>
                    <a:cubicBezTo>
                      <a:pt x="216" y="238"/>
                      <a:pt x="224" y="231"/>
                      <a:pt x="231" y="223"/>
                    </a:cubicBezTo>
                    <a:cubicBezTo>
                      <a:pt x="237" y="217"/>
                      <a:pt x="242" y="209"/>
                      <a:pt x="247" y="202"/>
                    </a:cubicBezTo>
                    <a:cubicBezTo>
                      <a:pt x="252" y="193"/>
                      <a:pt x="257" y="184"/>
                      <a:pt x="260" y="174"/>
                    </a:cubicBezTo>
                    <a:cubicBezTo>
                      <a:pt x="263" y="165"/>
                      <a:pt x="265" y="156"/>
                      <a:pt x="266" y="147"/>
                    </a:cubicBezTo>
                    <a:cubicBezTo>
                      <a:pt x="266" y="140"/>
                      <a:pt x="266" y="133"/>
                      <a:pt x="266" y="126"/>
                    </a:cubicBezTo>
                    <a:cubicBezTo>
                      <a:pt x="266" y="123"/>
                      <a:pt x="266" y="119"/>
                      <a:pt x="265" y="1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8" name="Freeform 19">
                <a:extLst>
                  <a:ext uri="{FF2B5EF4-FFF2-40B4-BE49-F238E27FC236}">
                    <a16:creationId xmlns:a16="http://schemas.microsoft.com/office/drawing/2014/main" id="{9BCE2EF7-097C-05E2-D125-0D49F9FD1D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0774" y="1873779"/>
                <a:ext cx="803716" cy="806009"/>
              </a:xfrm>
              <a:custGeom>
                <a:avLst/>
                <a:gdLst/>
                <a:ahLst/>
                <a:cxnLst>
                  <a:cxn ang="0">
                    <a:pos x="503" y="193"/>
                  </a:cxn>
                  <a:cxn ang="0">
                    <a:pos x="464" y="190"/>
                  </a:cxn>
                  <a:cxn ang="0">
                    <a:pos x="461" y="111"/>
                  </a:cxn>
                  <a:cxn ang="0">
                    <a:pos x="440" y="79"/>
                  </a:cxn>
                  <a:cxn ang="0">
                    <a:pos x="404" y="94"/>
                  </a:cxn>
                  <a:cxn ang="0">
                    <a:pos x="381" y="37"/>
                  </a:cxn>
                  <a:cxn ang="0">
                    <a:pos x="348" y="17"/>
                  </a:cxn>
                  <a:cxn ang="0">
                    <a:pos x="323" y="46"/>
                  </a:cxn>
                  <a:cxn ang="0">
                    <a:pos x="276" y="4"/>
                  </a:cxn>
                  <a:cxn ang="0">
                    <a:pos x="237" y="0"/>
                  </a:cxn>
                  <a:cxn ang="0">
                    <a:pos x="227" y="37"/>
                  </a:cxn>
                  <a:cxn ang="0">
                    <a:pos x="168" y="19"/>
                  </a:cxn>
                  <a:cxn ang="0">
                    <a:pos x="131" y="31"/>
                  </a:cxn>
                  <a:cxn ang="0">
                    <a:pos x="137" y="69"/>
                  </a:cxn>
                  <a:cxn ang="0">
                    <a:pos x="76" y="77"/>
                  </a:cxn>
                  <a:cxn ang="0">
                    <a:pos x="48" y="104"/>
                  </a:cxn>
                  <a:cxn ang="0">
                    <a:pos x="70" y="136"/>
                  </a:cxn>
                  <a:cxn ang="0">
                    <a:pos x="18" y="169"/>
                  </a:cxn>
                  <a:cxn ang="0">
                    <a:pos x="3" y="206"/>
                  </a:cxn>
                  <a:cxn ang="0">
                    <a:pos x="37" y="225"/>
                  </a:cxn>
                  <a:cxn ang="0">
                    <a:pos x="35" y="267"/>
                  </a:cxn>
                  <a:cxn ang="0">
                    <a:pos x="0" y="284"/>
                  </a:cxn>
                  <a:cxn ang="0">
                    <a:pos x="12" y="321"/>
                  </a:cxn>
                  <a:cxn ang="0">
                    <a:pos x="70" y="374"/>
                  </a:cxn>
                  <a:cxn ang="0">
                    <a:pos x="48" y="406"/>
                  </a:cxn>
                  <a:cxn ang="0">
                    <a:pos x="76" y="432"/>
                  </a:cxn>
                  <a:cxn ang="0">
                    <a:pos x="137" y="441"/>
                  </a:cxn>
                  <a:cxn ang="0">
                    <a:pos x="131" y="479"/>
                  </a:cxn>
                  <a:cxn ang="0">
                    <a:pos x="168" y="491"/>
                  </a:cxn>
                  <a:cxn ang="0">
                    <a:pos x="228" y="473"/>
                  </a:cxn>
                  <a:cxn ang="0">
                    <a:pos x="238" y="510"/>
                  </a:cxn>
                  <a:cxn ang="0">
                    <a:pos x="277" y="505"/>
                  </a:cxn>
                  <a:cxn ang="0">
                    <a:pos x="323" y="464"/>
                  </a:cxn>
                  <a:cxn ang="0">
                    <a:pos x="348" y="493"/>
                  </a:cxn>
                  <a:cxn ang="0">
                    <a:pos x="381" y="472"/>
                  </a:cxn>
                  <a:cxn ang="0">
                    <a:pos x="404" y="415"/>
                  </a:cxn>
                  <a:cxn ang="0">
                    <a:pos x="440" y="431"/>
                  </a:cxn>
                  <a:cxn ang="0">
                    <a:pos x="461" y="398"/>
                  </a:cxn>
                  <a:cxn ang="0">
                    <a:pos x="458" y="337"/>
                  </a:cxn>
                  <a:cxn ang="0">
                    <a:pos x="497" y="336"/>
                  </a:cxn>
                  <a:cxn ang="0">
                    <a:pos x="502" y="298"/>
                  </a:cxn>
                  <a:cxn ang="0">
                    <a:pos x="474" y="255"/>
                  </a:cxn>
                  <a:cxn ang="0">
                    <a:pos x="505" y="232"/>
                  </a:cxn>
                  <a:cxn ang="0">
                    <a:pos x="347" y="411"/>
                  </a:cxn>
                  <a:cxn ang="0">
                    <a:pos x="273" y="436"/>
                  </a:cxn>
                  <a:cxn ang="0">
                    <a:pos x="236" y="436"/>
                  </a:cxn>
                  <a:cxn ang="0">
                    <a:pos x="161" y="411"/>
                  </a:cxn>
                  <a:cxn ang="0">
                    <a:pos x="96" y="344"/>
                  </a:cxn>
                  <a:cxn ang="0">
                    <a:pos x="73" y="268"/>
                  </a:cxn>
                  <a:cxn ang="0">
                    <a:pos x="75" y="226"/>
                  </a:cxn>
                  <a:cxn ang="0">
                    <a:pos x="104" y="153"/>
                  </a:cxn>
                  <a:cxn ang="0">
                    <a:pos x="161" y="99"/>
                  </a:cxn>
                  <a:cxn ang="0">
                    <a:pos x="236" y="74"/>
                  </a:cxn>
                  <a:cxn ang="0">
                    <a:pos x="273" y="74"/>
                  </a:cxn>
                  <a:cxn ang="0">
                    <a:pos x="347" y="99"/>
                  </a:cxn>
                  <a:cxn ang="0">
                    <a:pos x="413" y="166"/>
                  </a:cxn>
                  <a:cxn ang="0">
                    <a:pos x="436" y="241"/>
                  </a:cxn>
                  <a:cxn ang="0">
                    <a:pos x="434" y="284"/>
                  </a:cxn>
                  <a:cxn ang="0">
                    <a:pos x="404" y="357"/>
                  </a:cxn>
                  <a:cxn ang="0">
                    <a:pos x="347" y="411"/>
                  </a:cxn>
                </a:cxnLst>
                <a:rect l="0" t="0" r="r" b="b"/>
                <a:pathLst>
                  <a:path w="509" h="510">
                    <a:moveTo>
                      <a:pt x="508" y="226"/>
                    </a:moveTo>
                    <a:cubicBezTo>
                      <a:pt x="503" y="193"/>
                      <a:pt x="503" y="193"/>
                      <a:pt x="503" y="193"/>
                    </a:cubicBezTo>
                    <a:cubicBezTo>
                      <a:pt x="502" y="191"/>
                      <a:pt x="500" y="189"/>
                      <a:pt x="497" y="189"/>
                    </a:cubicBezTo>
                    <a:cubicBezTo>
                      <a:pt x="464" y="190"/>
                      <a:pt x="464" y="190"/>
                      <a:pt x="464" y="190"/>
                    </a:cubicBezTo>
                    <a:cubicBezTo>
                      <a:pt x="458" y="171"/>
                      <a:pt x="450" y="152"/>
                      <a:pt x="439" y="136"/>
                    </a:cubicBezTo>
                    <a:cubicBezTo>
                      <a:pt x="461" y="111"/>
                      <a:pt x="461" y="111"/>
                      <a:pt x="461" y="111"/>
                    </a:cubicBezTo>
                    <a:cubicBezTo>
                      <a:pt x="463" y="109"/>
                      <a:pt x="463" y="106"/>
                      <a:pt x="461" y="104"/>
                    </a:cubicBezTo>
                    <a:cubicBezTo>
                      <a:pt x="440" y="79"/>
                      <a:pt x="440" y="79"/>
                      <a:pt x="440" y="79"/>
                    </a:cubicBezTo>
                    <a:cubicBezTo>
                      <a:pt x="438" y="77"/>
                      <a:pt x="435" y="76"/>
                      <a:pt x="433" y="77"/>
                    </a:cubicBezTo>
                    <a:cubicBezTo>
                      <a:pt x="404" y="94"/>
                      <a:pt x="404" y="94"/>
                      <a:pt x="404" y="94"/>
                    </a:cubicBezTo>
                    <a:cubicBezTo>
                      <a:pt x="394" y="85"/>
                      <a:pt x="383" y="76"/>
                      <a:pt x="371" y="69"/>
                    </a:cubicBezTo>
                    <a:cubicBezTo>
                      <a:pt x="381" y="37"/>
                      <a:pt x="381" y="37"/>
                      <a:pt x="381" y="37"/>
                    </a:cubicBezTo>
                    <a:cubicBezTo>
                      <a:pt x="382" y="35"/>
                      <a:pt x="380" y="32"/>
                      <a:pt x="378" y="31"/>
                    </a:cubicBezTo>
                    <a:cubicBezTo>
                      <a:pt x="348" y="17"/>
                      <a:pt x="348" y="17"/>
                      <a:pt x="348" y="17"/>
                    </a:cubicBezTo>
                    <a:cubicBezTo>
                      <a:pt x="345" y="16"/>
                      <a:pt x="342" y="17"/>
                      <a:pt x="341" y="19"/>
                    </a:cubicBezTo>
                    <a:cubicBezTo>
                      <a:pt x="323" y="46"/>
                      <a:pt x="323" y="46"/>
                      <a:pt x="323" y="46"/>
                    </a:cubicBezTo>
                    <a:cubicBezTo>
                      <a:pt x="309" y="42"/>
                      <a:pt x="295" y="38"/>
                      <a:pt x="281" y="37"/>
                    </a:cubicBezTo>
                    <a:cubicBezTo>
                      <a:pt x="276" y="4"/>
                      <a:pt x="276" y="4"/>
                      <a:pt x="276" y="4"/>
                    </a:cubicBezTo>
                    <a:cubicBezTo>
                      <a:pt x="275" y="2"/>
                      <a:pt x="273" y="0"/>
                      <a:pt x="270" y="0"/>
                    </a:cubicBezTo>
                    <a:cubicBezTo>
                      <a:pt x="237" y="0"/>
                      <a:pt x="237" y="0"/>
                      <a:pt x="237" y="0"/>
                    </a:cubicBezTo>
                    <a:cubicBezTo>
                      <a:pt x="234" y="0"/>
                      <a:pt x="232" y="2"/>
                      <a:pt x="231" y="4"/>
                    </a:cubicBezTo>
                    <a:cubicBezTo>
                      <a:pt x="227" y="37"/>
                      <a:pt x="227" y="37"/>
                      <a:pt x="227" y="37"/>
                    </a:cubicBezTo>
                    <a:cubicBezTo>
                      <a:pt x="213" y="39"/>
                      <a:pt x="199" y="42"/>
                      <a:pt x="186" y="46"/>
                    </a:cubicBezTo>
                    <a:cubicBezTo>
                      <a:pt x="168" y="19"/>
                      <a:pt x="168" y="19"/>
                      <a:pt x="168" y="19"/>
                    </a:cubicBezTo>
                    <a:cubicBezTo>
                      <a:pt x="166" y="17"/>
                      <a:pt x="163" y="16"/>
                      <a:pt x="161" y="17"/>
                    </a:cubicBezTo>
                    <a:cubicBezTo>
                      <a:pt x="131" y="31"/>
                      <a:pt x="131" y="31"/>
                      <a:pt x="131" y="31"/>
                    </a:cubicBezTo>
                    <a:cubicBezTo>
                      <a:pt x="128" y="32"/>
                      <a:pt x="127" y="35"/>
                      <a:pt x="128" y="37"/>
                    </a:cubicBezTo>
                    <a:cubicBezTo>
                      <a:pt x="137" y="69"/>
                      <a:pt x="137" y="69"/>
                      <a:pt x="137" y="69"/>
                    </a:cubicBezTo>
                    <a:cubicBezTo>
                      <a:pt x="125" y="76"/>
                      <a:pt x="114" y="85"/>
                      <a:pt x="104" y="94"/>
                    </a:cubicBezTo>
                    <a:cubicBezTo>
                      <a:pt x="76" y="77"/>
                      <a:pt x="76" y="77"/>
                      <a:pt x="76" y="77"/>
                    </a:cubicBezTo>
                    <a:cubicBezTo>
                      <a:pt x="74" y="76"/>
                      <a:pt x="71" y="77"/>
                      <a:pt x="69" y="79"/>
                    </a:cubicBezTo>
                    <a:cubicBezTo>
                      <a:pt x="48" y="104"/>
                      <a:pt x="48" y="104"/>
                      <a:pt x="48" y="104"/>
                    </a:cubicBezTo>
                    <a:cubicBezTo>
                      <a:pt x="46" y="106"/>
                      <a:pt x="46" y="109"/>
                      <a:pt x="48" y="111"/>
                    </a:cubicBezTo>
                    <a:cubicBezTo>
                      <a:pt x="70" y="136"/>
                      <a:pt x="70" y="136"/>
                      <a:pt x="70" y="136"/>
                    </a:cubicBezTo>
                    <a:cubicBezTo>
                      <a:pt x="62" y="147"/>
                      <a:pt x="56" y="160"/>
                      <a:pt x="50" y="173"/>
                    </a:cubicBezTo>
                    <a:cubicBezTo>
                      <a:pt x="18" y="169"/>
                      <a:pt x="18" y="169"/>
                      <a:pt x="18" y="169"/>
                    </a:cubicBezTo>
                    <a:cubicBezTo>
                      <a:pt x="15" y="169"/>
                      <a:pt x="13" y="171"/>
                      <a:pt x="12" y="173"/>
                    </a:cubicBezTo>
                    <a:cubicBezTo>
                      <a:pt x="3" y="206"/>
                      <a:pt x="3" y="206"/>
                      <a:pt x="3" y="206"/>
                    </a:cubicBezTo>
                    <a:cubicBezTo>
                      <a:pt x="3" y="208"/>
                      <a:pt x="4" y="211"/>
                      <a:pt x="6" y="212"/>
                    </a:cubicBezTo>
                    <a:cubicBezTo>
                      <a:pt x="37" y="225"/>
                      <a:pt x="37" y="225"/>
                      <a:pt x="37" y="225"/>
                    </a:cubicBezTo>
                    <a:cubicBezTo>
                      <a:pt x="35" y="235"/>
                      <a:pt x="35" y="245"/>
                      <a:pt x="35" y="255"/>
                    </a:cubicBezTo>
                    <a:cubicBezTo>
                      <a:pt x="35" y="259"/>
                      <a:pt x="35" y="263"/>
                      <a:pt x="35" y="267"/>
                    </a:cubicBezTo>
                    <a:cubicBezTo>
                      <a:pt x="4" y="277"/>
                      <a:pt x="4" y="277"/>
                      <a:pt x="4" y="277"/>
                    </a:cubicBezTo>
                    <a:cubicBezTo>
                      <a:pt x="1" y="278"/>
                      <a:pt x="0" y="281"/>
                      <a:pt x="0" y="284"/>
                    </a:cubicBezTo>
                    <a:cubicBezTo>
                      <a:pt x="6" y="316"/>
                      <a:pt x="6" y="316"/>
                      <a:pt x="6" y="316"/>
                    </a:cubicBezTo>
                    <a:cubicBezTo>
                      <a:pt x="6" y="319"/>
                      <a:pt x="9" y="321"/>
                      <a:pt x="12" y="321"/>
                    </a:cubicBezTo>
                    <a:cubicBezTo>
                      <a:pt x="44" y="320"/>
                      <a:pt x="44" y="320"/>
                      <a:pt x="44" y="320"/>
                    </a:cubicBezTo>
                    <a:cubicBezTo>
                      <a:pt x="50" y="339"/>
                      <a:pt x="59" y="357"/>
                      <a:pt x="70" y="374"/>
                    </a:cubicBezTo>
                    <a:cubicBezTo>
                      <a:pt x="48" y="398"/>
                      <a:pt x="48" y="398"/>
                      <a:pt x="48" y="398"/>
                    </a:cubicBezTo>
                    <a:cubicBezTo>
                      <a:pt x="46" y="400"/>
                      <a:pt x="46" y="404"/>
                      <a:pt x="48" y="406"/>
                    </a:cubicBezTo>
                    <a:cubicBezTo>
                      <a:pt x="69" y="431"/>
                      <a:pt x="69" y="431"/>
                      <a:pt x="69" y="431"/>
                    </a:cubicBezTo>
                    <a:cubicBezTo>
                      <a:pt x="71" y="433"/>
                      <a:pt x="74" y="434"/>
                      <a:pt x="76" y="432"/>
                    </a:cubicBezTo>
                    <a:cubicBezTo>
                      <a:pt x="104" y="415"/>
                      <a:pt x="104" y="415"/>
                      <a:pt x="104" y="415"/>
                    </a:cubicBezTo>
                    <a:cubicBezTo>
                      <a:pt x="114" y="425"/>
                      <a:pt x="125" y="433"/>
                      <a:pt x="137" y="441"/>
                    </a:cubicBezTo>
                    <a:cubicBezTo>
                      <a:pt x="128" y="472"/>
                      <a:pt x="128" y="472"/>
                      <a:pt x="128" y="472"/>
                    </a:cubicBezTo>
                    <a:cubicBezTo>
                      <a:pt x="127" y="475"/>
                      <a:pt x="128" y="478"/>
                      <a:pt x="131" y="479"/>
                    </a:cubicBezTo>
                    <a:cubicBezTo>
                      <a:pt x="161" y="493"/>
                      <a:pt x="161" y="493"/>
                      <a:pt x="161" y="493"/>
                    </a:cubicBezTo>
                    <a:cubicBezTo>
                      <a:pt x="163" y="494"/>
                      <a:pt x="166" y="493"/>
                      <a:pt x="168" y="491"/>
                    </a:cubicBezTo>
                    <a:cubicBezTo>
                      <a:pt x="186" y="464"/>
                      <a:pt x="186" y="464"/>
                      <a:pt x="186" y="464"/>
                    </a:cubicBezTo>
                    <a:cubicBezTo>
                      <a:pt x="199" y="468"/>
                      <a:pt x="213" y="471"/>
                      <a:pt x="228" y="473"/>
                    </a:cubicBezTo>
                    <a:cubicBezTo>
                      <a:pt x="233" y="505"/>
                      <a:pt x="233" y="505"/>
                      <a:pt x="233" y="505"/>
                    </a:cubicBezTo>
                    <a:cubicBezTo>
                      <a:pt x="233" y="508"/>
                      <a:pt x="236" y="510"/>
                      <a:pt x="238" y="510"/>
                    </a:cubicBezTo>
                    <a:cubicBezTo>
                      <a:pt x="272" y="510"/>
                      <a:pt x="272" y="510"/>
                      <a:pt x="272" y="510"/>
                    </a:cubicBezTo>
                    <a:cubicBezTo>
                      <a:pt x="274" y="510"/>
                      <a:pt x="277" y="508"/>
                      <a:pt x="277" y="505"/>
                    </a:cubicBezTo>
                    <a:cubicBezTo>
                      <a:pt x="282" y="473"/>
                      <a:pt x="282" y="473"/>
                      <a:pt x="282" y="473"/>
                    </a:cubicBezTo>
                    <a:cubicBezTo>
                      <a:pt x="296" y="471"/>
                      <a:pt x="309" y="468"/>
                      <a:pt x="323" y="464"/>
                    </a:cubicBezTo>
                    <a:cubicBezTo>
                      <a:pt x="341" y="491"/>
                      <a:pt x="341" y="491"/>
                      <a:pt x="341" y="491"/>
                    </a:cubicBezTo>
                    <a:cubicBezTo>
                      <a:pt x="342" y="493"/>
                      <a:pt x="345" y="494"/>
                      <a:pt x="348" y="493"/>
                    </a:cubicBezTo>
                    <a:cubicBezTo>
                      <a:pt x="378" y="479"/>
                      <a:pt x="378" y="479"/>
                      <a:pt x="378" y="479"/>
                    </a:cubicBezTo>
                    <a:cubicBezTo>
                      <a:pt x="380" y="478"/>
                      <a:pt x="382" y="475"/>
                      <a:pt x="381" y="472"/>
                    </a:cubicBezTo>
                    <a:cubicBezTo>
                      <a:pt x="371" y="441"/>
                      <a:pt x="371" y="441"/>
                      <a:pt x="371" y="441"/>
                    </a:cubicBezTo>
                    <a:cubicBezTo>
                      <a:pt x="383" y="433"/>
                      <a:pt x="394" y="425"/>
                      <a:pt x="404" y="415"/>
                    </a:cubicBezTo>
                    <a:cubicBezTo>
                      <a:pt x="433" y="432"/>
                      <a:pt x="433" y="432"/>
                      <a:pt x="433" y="432"/>
                    </a:cubicBezTo>
                    <a:cubicBezTo>
                      <a:pt x="435" y="434"/>
                      <a:pt x="438" y="433"/>
                      <a:pt x="440" y="431"/>
                    </a:cubicBezTo>
                    <a:cubicBezTo>
                      <a:pt x="461" y="406"/>
                      <a:pt x="461" y="406"/>
                      <a:pt x="461" y="406"/>
                    </a:cubicBezTo>
                    <a:cubicBezTo>
                      <a:pt x="463" y="404"/>
                      <a:pt x="463" y="400"/>
                      <a:pt x="461" y="398"/>
                    </a:cubicBezTo>
                    <a:cubicBezTo>
                      <a:pt x="439" y="374"/>
                      <a:pt x="439" y="374"/>
                      <a:pt x="439" y="374"/>
                    </a:cubicBezTo>
                    <a:cubicBezTo>
                      <a:pt x="446" y="362"/>
                      <a:pt x="453" y="350"/>
                      <a:pt x="458" y="337"/>
                    </a:cubicBezTo>
                    <a:cubicBezTo>
                      <a:pt x="491" y="340"/>
                      <a:pt x="491" y="340"/>
                      <a:pt x="491" y="340"/>
                    </a:cubicBezTo>
                    <a:cubicBezTo>
                      <a:pt x="493" y="341"/>
                      <a:pt x="496" y="339"/>
                      <a:pt x="497" y="336"/>
                    </a:cubicBezTo>
                    <a:cubicBezTo>
                      <a:pt x="505" y="304"/>
                      <a:pt x="505" y="304"/>
                      <a:pt x="505" y="304"/>
                    </a:cubicBezTo>
                    <a:cubicBezTo>
                      <a:pt x="506" y="302"/>
                      <a:pt x="505" y="299"/>
                      <a:pt x="502" y="298"/>
                    </a:cubicBezTo>
                    <a:cubicBezTo>
                      <a:pt x="472" y="285"/>
                      <a:pt x="472" y="285"/>
                      <a:pt x="472" y="285"/>
                    </a:cubicBezTo>
                    <a:cubicBezTo>
                      <a:pt x="473" y="275"/>
                      <a:pt x="474" y="265"/>
                      <a:pt x="474" y="255"/>
                    </a:cubicBezTo>
                    <a:cubicBezTo>
                      <a:pt x="474" y="251"/>
                      <a:pt x="474" y="247"/>
                      <a:pt x="474" y="243"/>
                    </a:cubicBezTo>
                    <a:cubicBezTo>
                      <a:pt x="505" y="232"/>
                      <a:pt x="505" y="232"/>
                      <a:pt x="505" y="232"/>
                    </a:cubicBezTo>
                    <a:cubicBezTo>
                      <a:pt x="507" y="232"/>
                      <a:pt x="509" y="229"/>
                      <a:pt x="508" y="226"/>
                    </a:cubicBezTo>
                    <a:close/>
                    <a:moveTo>
                      <a:pt x="347" y="411"/>
                    </a:moveTo>
                    <a:cubicBezTo>
                      <a:pt x="337" y="417"/>
                      <a:pt x="326" y="422"/>
                      <a:pt x="314" y="426"/>
                    </a:cubicBezTo>
                    <a:cubicBezTo>
                      <a:pt x="301" y="431"/>
                      <a:pt x="287" y="434"/>
                      <a:pt x="273" y="436"/>
                    </a:cubicBezTo>
                    <a:cubicBezTo>
                      <a:pt x="267" y="436"/>
                      <a:pt x="261" y="436"/>
                      <a:pt x="254" y="436"/>
                    </a:cubicBezTo>
                    <a:cubicBezTo>
                      <a:pt x="248" y="436"/>
                      <a:pt x="242" y="436"/>
                      <a:pt x="236" y="436"/>
                    </a:cubicBezTo>
                    <a:cubicBezTo>
                      <a:pt x="222" y="434"/>
                      <a:pt x="208" y="431"/>
                      <a:pt x="194" y="426"/>
                    </a:cubicBezTo>
                    <a:cubicBezTo>
                      <a:pt x="183" y="422"/>
                      <a:pt x="172" y="417"/>
                      <a:pt x="161" y="411"/>
                    </a:cubicBezTo>
                    <a:cubicBezTo>
                      <a:pt x="149" y="404"/>
                      <a:pt x="138" y="395"/>
                      <a:pt x="128" y="385"/>
                    </a:cubicBezTo>
                    <a:cubicBezTo>
                      <a:pt x="115" y="373"/>
                      <a:pt x="104" y="359"/>
                      <a:pt x="96" y="344"/>
                    </a:cubicBezTo>
                    <a:cubicBezTo>
                      <a:pt x="91" y="336"/>
                      <a:pt x="88" y="328"/>
                      <a:pt x="84" y="319"/>
                    </a:cubicBezTo>
                    <a:cubicBezTo>
                      <a:pt x="78" y="303"/>
                      <a:pt x="75" y="286"/>
                      <a:pt x="73" y="268"/>
                    </a:cubicBezTo>
                    <a:cubicBezTo>
                      <a:pt x="73" y="264"/>
                      <a:pt x="73" y="259"/>
                      <a:pt x="73" y="255"/>
                    </a:cubicBezTo>
                    <a:cubicBezTo>
                      <a:pt x="73" y="245"/>
                      <a:pt x="73" y="235"/>
                      <a:pt x="75" y="226"/>
                    </a:cubicBezTo>
                    <a:cubicBezTo>
                      <a:pt x="77" y="213"/>
                      <a:pt x="80" y="202"/>
                      <a:pt x="84" y="190"/>
                    </a:cubicBezTo>
                    <a:cubicBezTo>
                      <a:pt x="90" y="177"/>
                      <a:pt x="96" y="164"/>
                      <a:pt x="104" y="153"/>
                    </a:cubicBezTo>
                    <a:cubicBezTo>
                      <a:pt x="111" y="143"/>
                      <a:pt x="119" y="133"/>
                      <a:pt x="128" y="125"/>
                    </a:cubicBezTo>
                    <a:cubicBezTo>
                      <a:pt x="138" y="115"/>
                      <a:pt x="149" y="106"/>
                      <a:pt x="161" y="99"/>
                    </a:cubicBezTo>
                    <a:cubicBezTo>
                      <a:pt x="172" y="93"/>
                      <a:pt x="183" y="87"/>
                      <a:pt x="194" y="83"/>
                    </a:cubicBezTo>
                    <a:cubicBezTo>
                      <a:pt x="208" y="79"/>
                      <a:pt x="222" y="76"/>
                      <a:pt x="236" y="74"/>
                    </a:cubicBezTo>
                    <a:cubicBezTo>
                      <a:pt x="242" y="73"/>
                      <a:pt x="248" y="73"/>
                      <a:pt x="254" y="73"/>
                    </a:cubicBezTo>
                    <a:cubicBezTo>
                      <a:pt x="261" y="73"/>
                      <a:pt x="267" y="73"/>
                      <a:pt x="273" y="74"/>
                    </a:cubicBezTo>
                    <a:cubicBezTo>
                      <a:pt x="287" y="76"/>
                      <a:pt x="301" y="79"/>
                      <a:pt x="314" y="83"/>
                    </a:cubicBezTo>
                    <a:cubicBezTo>
                      <a:pt x="326" y="87"/>
                      <a:pt x="337" y="93"/>
                      <a:pt x="347" y="99"/>
                    </a:cubicBezTo>
                    <a:cubicBezTo>
                      <a:pt x="359" y="106"/>
                      <a:pt x="371" y="115"/>
                      <a:pt x="381" y="125"/>
                    </a:cubicBezTo>
                    <a:cubicBezTo>
                      <a:pt x="394" y="137"/>
                      <a:pt x="404" y="151"/>
                      <a:pt x="413" y="166"/>
                    </a:cubicBezTo>
                    <a:cubicBezTo>
                      <a:pt x="417" y="174"/>
                      <a:pt x="421" y="182"/>
                      <a:pt x="424" y="190"/>
                    </a:cubicBezTo>
                    <a:cubicBezTo>
                      <a:pt x="430" y="206"/>
                      <a:pt x="434" y="224"/>
                      <a:pt x="436" y="241"/>
                    </a:cubicBezTo>
                    <a:cubicBezTo>
                      <a:pt x="436" y="246"/>
                      <a:pt x="436" y="250"/>
                      <a:pt x="436" y="255"/>
                    </a:cubicBezTo>
                    <a:cubicBezTo>
                      <a:pt x="436" y="265"/>
                      <a:pt x="435" y="275"/>
                      <a:pt x="434" y="284"/>
                    </a:cubicBezTo>
                    <a:cubicBezTo>
                      <a:pt x="432" y="296"/>
                      <a:pt x="428" y="308"/>
                      <a:pt x="424" y="319"/>
                    </a:cubicBezTo>
                    <a:cubicBezTo>
                      <a:pt x="419" y="333"/>
                      <a:pt x="412" y="345"/>
                      <a:pt x="404" y="357"/>
                    </a:cubicBezTo>
                    <a:cubicBezTo>
                      <a:pt x="398" y="367"/>
                      <a:pt x="390" y="376"/>
                      <a:pt x="381" y="385"/>
                    </a:cubicBezTo>
                    <a:cubicBezTo>
                      <a:pt x="371" y="395"/>
                      <a:pt x="359" y="404"/>
                      <a:pt x="347" y="4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" name="Freeform 20">
                <a:extLst>
                  <a:ext uri="{FF2B5EF4-FFF2-40B4-BE49-F238E27FC236}">
                    <a16:creationId xmlns:a16="http://schemas.microsoft.com/office/drawing/2014/main" id="{59E08F62-F144-8BFC-F246-A2BA7E556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9314" y="2043465"/>
                <a:ext cx="466637" cy="465490"/>
              </a:xfrm>
              <a:custGeom>
                <a:avLst/>
                <a:gdLst/>
                <a:ahLst/>
                <a:cxnLst>
                  <a:cxn ang="0">
                    <a:pos x="295" y="137"/>
                  </a:cxn>
                  <a:cxn ang="0">
                    <a:pos x="285" y="96"/>
                  </a:cxn>
                  <a:cxn ang="0">
                    <a:pos x="276" y="76"/>
                  </a:cxn>
                  <a:cxn ang="0">
                    <a:pos x="250" y="42"/>
                  </a:cxn>
                  <a:cxn ang="0">
                    <a:pos x="223" y="21"/>
                  </a:cxn>
                  <a:cxn ang="0">
                    <a:pos x="196" y="9"/>
                  </a:cxn>
                  <a:cxn ang="0">
                    <a:pos x="162" y="1"/>
                  </a:cxn>
                  <a:cxn ang="0">
                    <a:pos x="147" y="0"/>
                  </a:cxn>
                  <a:cxn ang="0">
                    <a:pos x="133" y="1"/>
                  </a:cxn>
                  <a:cxn ang="0">
                    <a:pos x="99" y="9"/>
                  </a:cxn>
                  <a:cxn ang="0">
                    <a:pos x="72" y="21"/>
                  </a:cxn>
                  <a:cxn ang="0">
                    <a:pos x="44" y="42"/>
                  </a:cxn>
                  <a:cxn ang="0">
                    <a:pos x="25" y="65"/>
                  </a:cxn>
                  <a:cxn ang="0">
                    <a:pos x="9" y="96"/>
                  </a:cxn>
                  <a:cxn ang="0">
                    <a:pos x="2" y="124"/>
                  </a:cxn>
                  <a:cxn ang="0">
                    <a:pos x="0" y="148"/>
                  </a:cxn>
                  <a:cxn ang="0">
                    <a:pos x="0" y="159"/>
                  </a:cxn>
                  <a:cxn ang="0">
                    <a:pos x="9" y="200"/>
                  </a:cxn>
                  <a:cxn ang="0">
                    <a:pos x="19" y="220"/>
                  </a:cxn>
                  <a:cxn ang="0">
                    <a:pos x="44" y="254"/>
                  </a:cxn>
                  <a:cxn ang="0">
                    <a:pos x="72" y="275"/>
                  </a:cxn>
                  <a:cxn ang="0">
                    <a:pos x="99" y="287"/>
                  </a:cxn>
                  <a:cxn ang="0">
                    <a:pos x="133" y="295"/>
                  </a:cxn>
                  <a:cxn ang="0">
                    <a:pos x="147" y="295"/>
                  </a:cxn>
                  <a:cxn ang="0">
                    <a:pos x="162" y="295"/>
                  </a:cxn>
                  <a:cxn ang="0">
                    <a:pos x="196" y="287"/>
                  </a:cxn>
                  <a:cxn ang="0">
                    <a:pos x="223" y="275"/>
                  </a:cxn>
                  <a:cxn ang="0">
                    <a:pos x="250" y="254"/>
                  </a:cxn>
                  <a:cxn ang="0">
                    <a:pos x="269" y="231"/>
                  </a:cxn>
                  <a:cxn ang="0">
                    <a:pos x="285" y="200"/>
                  </a:cxn>
                  <a:cxn ang="0">
                    <a:pos x="293" y="172"/>
                  </a:cxn>
                  <a:cxn ang="0">
                    <a:pos x="295" y="148"/>
                  </a:cxn>
                  <a:cxn ang="0">
                    <a:pos x="295" y="137"/>
                  </a:cxn>
                </a:cxnLst>
                <a:rect l="0" t="0" r="r" b="b"/>
                <a:pathLst>
                  <a:path w="295" h="295">
                    <a:moveTo>
                      <a:pt x="295" y="137"/>
                    </a:moveTo>
                    <a:cubicBezTo>
                      <a:pt x="293" y="122"/>
                      <a:pt x="290" y="109"/>
                      <a:pt x="285" y="96"/>
                    </a:cubicBezTo>
                    <a:cubicBezTo>
                      <a:pt x="283" y="89"/>
                      <a:pt x="280" y="82"/>
                      <a:pt x="276" y="76"/>
                    </a:cubicBezTo>
                    <a:cubicBezTo>
                      <a:pt x="269" y="63"/>
                      <a:pt x="260" y="52"/>
                      <a:pt x="250" y="42"/>
                    </a:cubicBezTo>
                    <a:cubicBezTo>
                      <a:pt x="242" y="34"/>
                      <a:pt x="233" y="27"/>
                      <a:pt x="223" y="21"/>
                    </a:cubicBezTo>
                    <a:cubicBezTo>
                      <a:pt x="214" y="16"/>
                      <a:pt x="205" y="12"/>
                      <a:pt x="196" y="9"/>
                    </a:cubicBezTo>
                    <a:cubicBezTo>
                      <a:pt x="185" y="5"/>
                      <a:pt x="174" y="2"/>
                      <a:pt x="162" y="1"/>
                    </a:cubicBezTo>
                    <a:cubicBezTo>
                      <a:pt x="157" y="0"/>
                      <a:pt x="152" y="0"/>
                      <a:pt x="147" y="0"/>
                    </a:cubicBezTo>
                    <a:cubicBezTo>
                      <a:pt x="142" y="0"/>
                      <a:pt x="137" y="0"/>
                      <a:pt x="133" y="1"/>
                    </a:cubicBezTo>
                    <a:cubicBezTo>
                      <a:pt x="121" y="2"/>
                      <a:pt x="109" y="5"/>
                      <a:pt x="99" y="9"/>
                    </a:cubicBezTo>
                    <a:cubicBezTo>
                      <a:pt x="89" y="12"/>
                      <a:pt x="80" y="16"/>
                      <a:pt x="72" y="21"/>
                    </a:cubicBezTo>
                    <a:cubicBezTo>
                      <a:pt x="62" y="27"/>
                      <a:pt x="53" y="34"/>
                      <a:pt x="44" y="42"/>
                    </a:cubicBezTo>
                    <a:cubicBezTo>
                      <a:pt x="37" y="49"/>
                      <a:pt x="31" y="57"/>
                      <a:pt x="25" y="65"/>
                    </a:cubicBezTo>
                    <a:cubicBezTo>
                      <a:pt x="19" y="74"/>
                      <a:pt x="13" y="85"/>
                      <a:pt x="9" y="96"/>
                    </a:cubicBezTo>
                    <a:cubicBezTo>
                      <a:pt x="6" y="105"/>
                      <a:pt x="3" y="114"/>
                      <a:pt x="2" y="124"/>
                    </a:cubicBezTo>
                    <a:cubicBezTo>
                      <a:pt x="0" y="132"/>
                      <a:pt x="0" y="140"/>
                      <a:pt x="0" y="148"/>
                    </a:cubicBezTo>
                    <a:cubicBezTo>
                      <a:pt x="0" y="152"/>
                      <a:pt x="0" y="155"/>
                      <a:pt x="0" y="159"/>
                    </a:cubicBezTo>
                    <a:cubicBezTo>
                      <a:pt x="1" y="173"/>
                      <a:pt x="4" y="187"/>
                      <a:pt x="9" y="200"/>
                    </a:cubicBezTo>
                    <a:cubicBezTo>
                      <a:pt x="12" y="207"/>
                      <a:pt x="15" y="214"/>
                      <a:pt x="19" y="220"/>
                    </a:cubicBezTo>
                    <a:cubicBezTo>
                      <a:pt x="25" y="232"/>
                      <a:pt x="34" y="244"/>
                      <a:pt x="44" y="254"/>
                    </a:cubicBezTo>
                    <a:cubicBezTo>
                      <a:pt x="53" y="262"/>
                      <a:pt x="62" y="269"/>
                      <a:pt x="72" y="275"/>
                    </a:cubicBezTo>
                    <a:cubicBezTo>
                      <a:pt x="80" y="280"/>
                      <a:pt x="89" y="284"/>
                      <a:pt x="99" y="287"/>
                    </a:cubicBezTo>
                    <a:cubicBezTo>
                      <a:pt x="109" y="291"/>
                      <a:pt x="121" y="293"/>
                      <a:pt x="133" y="295"/>
                    </a:cubicBezTo>
                    <a:cubicBezTo>
                      <a:pt x="137" y="295"/>
                      <a:pt x="142" y="295"/>
                      <a:pt x="147" y="295"/>
                    </a:cubicBezTo>
                    <a:cubicBezTo>
                      <a:pt x="152" y="295"/>
                      <a:pt x="157" y="295"/>
                      <a:pt x="162" y="295"/>
                    </a:cubicBezTo>
                    <a:cubicBezTo>
                      <a:pt x="174" y="293"/>
                      <a:pt x="185" y="291"/>
                      <a:pt x="196" y="287"/>
                    </a:cubicBezTo>
                    <a:cubicBezTo>
                      <a:pt x="205" y="284"/>
                      <a:pt x="214" y="280"/>
                      <a:pt x="223" y="275"/>
                    </a:cubicBezTo>
                    <a:cubicBezTo>
                      <a:pt x="233" y="269"/>
                      <a:pt x="242" y="262"/>
                      <a:pt x="250" y="254"/>
                    </a:cubicBezTo>
                    <a:cubicBezTo>
                      <a:pt x="257" y="247"/>
                      <a:pt x="264" y="239"/>
                      <a:pt x="269" y="231"/>
                    </a:cubicBezTo>
                    <a:cubicBezTo>
                      <a:pt x="276" y="221"/>
                      <a:pt x="281" y="211"/>
                      <a:pt x="285" y="200"/>
                    </a:cubicBezTo>
                    <a:cubicBezTo>
                      <a:pt x="289" y="191"/>
                      <a:pt x="291" y="181"/>
                      <a:pt x="293" y="172"/>
                    </a:cubicBezTo>
                    <a:cubicBezTo>
                      <a:pt x="294" y="164"/>
                      <a:pt x="295" y="156"/>
                      <a:pt x="295" y="148"/>
                    </a:cubicBezTo>
                    <a:cubicBezTo>
                      <a:pt x="295" y="144"/>
                      <a:pt x="295" y="141"/>
                      <a:pt x="295" y="13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" name="Freeform 21">
                <a:extLst>
                  <a:ext uri="{FF2B5EF4-FFF2-40B4-BE49-F238E27FC236}">
                    <a16:creationId xmlns:a16="http://schemas.microsoft.com/office/drawing/2014/main" id="{72BF4D30-76AB-532A-CDEE-06D6265002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24337" y="2488318"/>
                <a:ext cx="338226" cy="355424"/>
              </a:xfrm>
              <a:custGeom>
                <a:avLst/>
                <a:gdLst/>
                <a:ahLst/>
                <a:cxnLst>
                  <a:cxn ang="0">
                    <a:pos x="179" y="127"/>
                  </a:cxn>
                  <a:cxn ang="0">
                    <a:pos x="175" y="85"/>
                  </a:cxn>
                  <a:cxn ang="0">
                    <a:pos x="205" y="57"/>
                  </a:cxn>
                  <a:cxn ang="0">
                    <a:pos x="183" y="40"/>
                  </a:cxn>
                  <a:cxn ang="0">
                    <a:pos x="117" y="40"/>
                  </a:cxn>
                  <a:cxn ang="0">
                    <a:pos x="108" y="0"/>
                  </a:cxn>
                  <a:cxn ang="0">
                    <a:pos x="82" y="11"/>
                  </a:cxn>
                  <a:cxn ang="0">
                    <a:pos x="49" y="67"/>
                  </a:cxn>
                  <a:cxn ang="0">
                    <a:pos x="10" y="56"/>
                  </a:cxn>
                  <a:cxn ang="0">
                    <a:pos x="7" y="83"/>
                  </a:cxn>
                  <a:cxn ang="0">
                    <a:pos x="34" y="120"/>
                  </a:cxn>
                  <a:cxn ang="0">
                    <a:pos x="14" y="161"/>
                  </a:cxn>
                  <a:cxn ang="0">
                    <a:pos x="23" y="187"/>
                  </a:cxn>
                  <a:cxn ang="0">
                    <a:pos x="59" y="168"/>
                  </a:cxn>
                  <a:cxn ang="0">
                    <a:pos x="102" y="217"/>
                  </a:cxn>
                  <a:cxn ang="0">
                    <a:pos x="129" y="223"/>
                  </a:cxn>
                  <a:cxn ang="0">
                    <a:pos x="131" y="182"/>
                  </a:cxn>
                  <a:cxn ang="0">
                    <a:pos x="195" y="169"/>
                  </a:cxn>
                  <a:cxn ang="0">
                    <a:pos x="213" y="149"/>
                  </a:cxn>
                  <a:cxn ang="0">
                    <a:pos x="160" y="108"/>
                  </a:cxn>
                  <a:cxn ang="0">
                    <a:pos x="127" y="113"/>
                  </a:cxn>
                  <a:cxn ang="0">
                    <a:pos x="127" y="108"/>
                  </a:cxn>
                  <a:cxn ang="0">
                    <a:pos x="160" y="108"/>
                  </a:cxn>
                  <a:cxn ang="0">
                    <a:pos x="56" y="98"/>
                  </a:cxn>
                  <a:cxn ang="0">
                    <a:pos x="87" y="114"/>
                  </a:cxn>
                  <a:cxn ang="0">
                    <a:pos x="60" y="137"/>
                  </a:cxn>
                  <a:cxn ang="0">
                    <a:pos x="146" y="76"/>
                  </a:cxn>
                  <a:cxn ang="0">
                    <a:pos x="113" y="93"/>
                  </a:cxn>
                  <a:cxn ang="0">
                    <a:pos x="146" y="76"/>
                  </a:cxn>
                  <a:cxn ang="0">
                    <a:pos x="98" y="95"/>
                  </a:cxn>
                  <a:cxn ang="0">
                    <a:pos x="62" y="84"/>
                  </a:cxn>
                  <a:cxn ang="0">
                    <a:pos x="69" y="149"/>
                  </a:cxn>
                  <a:cxn ang="0">
                    <a:pos x="101" y="132"/>
                  </a:cxn>
                  <a:cxn ang="0">
                    <a:pos x="69" y="149"/>
                  </a:cxn>
                  <a:cxn ang="0">
                    <a:pos x="117" y="131"/>
                  </a:cxn>
                  <a:cxn ang="0">
                    <a:pos x="152" y="142"/>
                  </a:cxn>
                </a:cxnLst>
                <a:rect l="0" t="0" r="r" b="b"/>
                <a:pathLst>
                  <a:path w="214" h="225">
                    <a:moveTo>
                      <a:pt x="208" y="142"/>
                    </a:moveTo>
                    <a:cubicBezTo>
                      <a:pt x="179" y="127"/>
                      <a:pt x="179" y="127"/>
                      <a:pt x="179" y="127"/>
                    </a:cubicBezTo>
                    <a:cubicBezTo>
                      <a:pt x="181" y="120"/>
                      <a:pt x="181" y="113"/>
                      <a:pt x="180" y="106"/>
                    </a:cubicBezTo>
                    <a:cubicBezTo>
                      <a:pt x="180" y="98"/>
                      <a:pt x="178" y="91"/>
                      <a:pt x="175" y="85"/>
                    </a:cubicBezTo>
                    <a:cubicBezTo>
                      <a:pt x="200" y="65"/>
                      <a:pt x="200" y="65"/>
                      <a:pt x="200" y="65"/>
                    </a:cubicBezTo>
                    <a:cubicBezTo>
                      <a:pt x="204" y="62"/>
                      <a:pt x="206" y="58"/>
                      <a:pt x="205" y="57"/>
                    </a:cubicBezTo>
                    <a:cubicBezTo>
                      <a:pt x="192" y="39"/>
                      <a:pt x="192" y="39"/>
                      <a:pt x="192" y="39"/>
                    </a:cubicBezTo>
                    <a:cubicBezTo>
                      <a:pt x="191" y="37"/>
                      <a:pt x="187" y="38"/>
                      <a:pt x="183" y="40"/>
                    </a:cubicBezTo>
                    <a:cubicBezTo>
                      <a:pt x="156" y="57"/>
                      <a:pt x="156" y="57"/>
                      <a:pt x="156" y="57"/>
                    </a:cubicBezTo>
                    <a:cubicBezTo>
                      <a:pt x="145" y="48"/>
                      <a:pt x="132" y="42"/>
                      <a:pt x="117" y="40"/>
                    </a:cubicBezTo>
                    <a:cubicBezTo>
                      <a:pt x="112" y="8"/>
                      <a:pt x="112" y="8"/>
                      <a:pt x="112" y="8"/>
                    </a:cubicBezTo>
                    <a:cubicBezTo>
                      <a:pt x="111" y="4"/>
                      <a:pt x="109" y="0"/>
                      <a:pt x="108" y="0"/>
                    </a:cubicBezTo>
                    <a:cubicBezTo>
                      <a:pt x="85" y="3"/>
                      <a:pt x="85" y="3"/>
                      <a:pt x="85" y="3"/>
                    </a:cubicBezTo>
                    <a:cubicBezTo>
                      <a:pt x="84" y="3"/>
                      <a:pt x="82" y="6"/>
                      <a:pt x="82" y="11"/>
                    </a:cubicBezTo>
                    <a:cubicBezTo>
                      <a:pt x="84" y="43"/>
                      <a:pt x="84" y="43"/>
                      <a:pt x="84" y="43"/>
                    </a:cubicBezTo>
                    <a:cubicBezTo>
                      <a:pt x="70" y="48"/>
                      <a:pt x="58" y="56"/>
                      <a:pt x="49" y="67"/>
                    </a:cubicBezTo>
                    <a:cubicBezTo>
                      <a:pt x="19" y="56"/>
                      <a:pt x="19" y="56"/>
                      <a:pt x="19" y="56"/>
                    </a:cubicBezTo>
                    <a:cubicBezTo>
                      <a:pt x="15" y="54"/>
                      <a:pt x="11" y="54"/>
                      <a:pt x="10" y="56"/>
                    </a:cubicBezTo>
                    <a:cubicBezTo>
                      <a:pt x="1" y="77"/>
                      <a:pt x="1" y="77"/>
                      <a:pt x="1" y="77"/>
                    </a:cubicBezTo>
                    <a:cubicBezTo>
                      <a:pt x="0" y="78"/>
                      <a:pt x="3" y="81"/>
                      <a:pt x="7" y="83"/>
                    </a:cubicBezTo>
                    <a:cubicBezTo>
                      <a:pt x="35" y="98"/>
                      <a:pt x="35" y="98"/>
                      <a:pt x="35" y="98"/>
                    </a:cubicBezTo>
                    <a:cubicBezTo>
                      <a:pt x="34" y="105"/>
                      <a:pt x="33" y="112"/>
                      <a:pt x="34" y="120"/>
                    </a:cubicBezTo>
                    <a:cubicBezTo>
                      <a:pt x="35" y="127"/>
                      <a:pt x="36" y="134"/>
                      <a:pt x="39" y="140"/>
                    </a:cubicBezTo>
                    <a:cubicBezTo>
                      <a:pt x="14" y="161"/>
                      <a:pt x="14" y="161"/>
                      <a:pt x="14" y="161"/>
                    </a:cubicBezTo>
                    <a:cubicBezTo>
                      <a:pt x="11" y="163"/>
                      <a:pt x="9" y="167"/>
                      <a:pt x="10" y="168"/>
                    </a:cubicBezTo>
                    <a:cubicBezTo>
                      <a:pt x="23" y="187"/>
                      <a:pt x="23" y="187"/>
                      <a:pt x="23" y="187"/>
                    </a:cubicBezTo>
                    <a:cubicBezTo>
                      <a:pt x="24" y="188"/>
                      <a:pt x="28" y="187"/>
                      <a:pt x="31" y="185"/>
                    </a:cubicBezTo>
                    <a:cubicBezTo>
                      <a:pt x="59" y="168"/>
                      <a:pt x="59" y="168"/>
                      <a:pt x="59" y="168"/>
                    </a:cubicBezTo>
                    <a:cubicBezTo>
                      <a:pt x="69" y="177"/>
                      <a:pt x="83" y="184"/>
                      <a:pt x="97" y="186"/>
                    </a:cubicBezTo>
                    <a:cubicBezTo>
                      <a:pt x="102" y="217"/>
                      <a:pt x="102" y="217"/>
                      <a:pt x="102" y="217"/>
                    </a:cubicBezTo>
                    <a:cubicBezTo>
                      <a:pt x="103" y="221"/>
                      <a:pt x="105" y="225"/>
                      <a:pt x="107" y="225"/>
                    </a:cubicBezTo>
                    <a:cubicBezTo>
                      <a:pt x="129" y="223"/>
                      <a:pt x="129" y="223"/>
                      <a:pt x="129" y="223"/>
                    </a:cubicBezTo>
                    <a:cubicBezTo>
                      <a:pt x="131" y="222"/>
                      <a:pt x="132" y="219"/>
                      <a:pt x="132" y="214"/>
                    </a:cubicBezTo>
                    <a:cubicBezTo>
                      <a:pt x="131" y="182"/>
                      <a:pt x="131" y="182"/>
                      <a:pt x="131" y="182"/>
                    </a:cubicBezTo>
                    <a:cubicBezTo>
                      <a:pt x="145" y="178"/>
                      <a:pt x="157" y="169"/>
                      <a:pt x="165" y="158"/>
                    </a:cubicBezTo>
                    <a:cubicBezTo>
                      <a:pt x="195" y="169"/>
                      <a:pt x="195" y="169"/>
                      <a:pt x="195" y="169"/>
                    </a:cubicBezTo>
                    <a:cubicBezTo>
                      <a:pt x="199" y="171"/>
                      <a:pt x="203" y="171"/>
                      <a:pt x="204" y="169"/>
                    </a:cubicBezTo>
                    <a:cubicBezTo>
                      <a:pt x="213" y="149"/>
                      <a:pt x="213" y="149"/>
                      <a:pt x="213" y="149"/>
                    </a:cubicBezTo>
                    <a:cubicBezTo>
                      <a:pt x="214" y="147"/>
                      <a:pt x="212" y="144"/>
                      <a:pt x="208" y="142"/>
                    </a:cubicBezTo>
                    <a:close/>
                    <a:moveTo>
                      <a:pt x="160" y="108"/>
                    </a:moveTo>
                    <a:cubicBezTo>
                      <a:pt x="161" y="115"/>
                      <a:pt x="160" y="121"/>
                      <a:pt x="158" y="128"/>
                    </a:cubicBezTo>
                    <a:cubicBezTo>
                      <a:pt x="127" y="113"/>
                      <a:pt x="127" y="113"/>
                      <a:pt x="127" y="113"/>
                    </a:cubicBezTo>
                    <a:cubicBezTo>
                      <a:pt x="127" y="113"/>
                      <a:pt x="127" y="112"/>
                      <a:pt x="127" y="111"/>
                    </a:cubicBezTo>
                    <a:cubicBezTo>
                      <a:pt x="127" y="110"/>
                      <a:pt x="127" y="109"/>
                      <a:pt x="127" y="108"/>
                    </a:cubicBezTo>
                    <a:cubicBezTo>
                      <a:pt x="155" y="88"/>
                      <a:pt x="155" y="88"/>
                      <a:pt x="155" y="88"/>
                    </a:cubicBezTo>
                    <a:cubicBezTo>
                      <a:pt x="158" y="94"/>
                      <a:pt x="160" y="101"/>
                      <a:pt x="160" y="108"/>
                    </a:cubicBezTo>
                    <a:close/>
                    <a:moveTo>
                      <a:pt x="54" y="118"/>
                    </a:moveTo>
                    <a:cubicBezTo>
                      <a:pt x="53" y="111"/>
                      <a:pt x="54" y="104"/>
                      <a:pt x="56" y="98"/>
                    </a:cubicBezTo>
                    <a:cubicBezTo>
                      <a:pt x="87" y="112"/>
                      <a:pt x="87" y="112"/>
                      <a:pt x="87" y="112"/>
                    </a:cubicBezTo>
                    <a:cubicBezTo>
                      <a:pt x="87" y="113"/>
                      <a:pt x="87" y="114"/>
                      <a:pt x="87" y="114"/>
                    </a:cubicBezTo>
                    <a:cubicBezTo>
                      <a:pt x="87" y="115"/>
                      <a:pt x="87" y="116"/>
                      <a:pt x="87" y="117"/>
                    </a:cubicBezTo>
                    <a:cubicBezTo>
                      <a:pt x="60" y="137"/>
                      <a:pt x="60" y="137"/>
                      <a:pt x="60" y="137"/>
                    </a:cubicBezTo>
                    <a:cubicBezTo>
                      <a:pt x="57" y="131"/>
                      <a:pt x="55" y="125"/>
                      <a:pt x="54" y="118"/>
                    </a:cubicBezTo>
                    <a:close/>
                    <a:moveTo>
                      <a:pt x="146" y="76"/>
                    </a:moveTo>
                    <a:cubicBezTo>
                      <a:pt x="118" y="95"/>
                      <a:pt x="118" y="95"/>
                      <a:pt x="118" y="95"/>
                    </a:cubicBezTo>
                    <a:cubicBezTo>
                      <a:pt x="116" y="94"/>
                      <a:pt x="115" y="94"/>
                      <a:pt x="113" y="93"/>
                    </a:cubicBezTo>
                    <a:cubicBezTo>
                      <a:pt x="110" y="59"/>
                      <a:pt x="110" y="59"/>
                      <a:pt x="110" y="59"/>
                    </a:cubicBezTo>
                    <a:cubicBezTo>
                      <a:pt x="124" y="60"/>
                      <a:pt x="137" y="66"/>
                      <a:pt x="146" y="76"/>
                    </a:cubicBezTo>
                    <a:close/>
                    <a:moveTo>
                      <a:pt x="95" y="61"/>
                    </a:moveTo>
                    <a:cubicBezTo>
                      <a:pt x="98" y="95"/>
                      <a:pt x="98" y="95"/>
                      <a:pt x="98" y="95"/>
                    </a:cubicBezTo>
                    <a:cubicBezTo>
                      <a:pt x="96" y="95"/>
                      <a:pt x="95" y="97"/>
                      <a:pt x="93" y="98"/>
                    </a:cubicBezTo>
                    <a:cubicBezTo>
                      <a:pt x="62" y="84"/>
                      <a:pt x="62" y="84"/>
                      <a:pt x="62" y="84"/>
                    </a:cubicBezTo>
                    <a:cubicBezTo>
                      <a:pt x="70" y="72"/>
                      <a:pt x="81" y="64"/>
                      <a:pt x="95" y="61"/>
                    </a:cubicBezTo>
                    <a:close/>
                    <a:moveTo>
                      <a:pt x="69" y="149"/>
                    </a:moveTo>
                    <a:cubicBezTo>
                      <a:pt x="96" y="130"/>
                      <a:pt x="96" y="130"/>
                      <a:pt x="96" y="130"/>
                    </a:cubicBezTo>
                    <a:cubicBezTo>
                      <a:pt x="98" y="131"/>
                      <a:pt x="100" y="131"/>
                      <a:pt x="101" y="132"/>
                    </a:cubicBezTo>
                    <a:cubicBezTo>
                      <a:pt x="105" y="166"/>
                      <a:pt x="105" y="166"/>
                      <a:pt x="105" y="166"/>
                    </a:cubicBezTo>
                    <a:cubicBezTo>
                      <a:pt x="91" y="165"/>
                      <a:pt x="78" y="159"/>
                      <a:pt x="69" y="149"/>
                    </a:cubicBezTo>
                    <a:close/>
                    <a:moveTo>
                      <a:pt x="120" y="164"/>
                    </a:moveTo>
                    <a:cubicBezTo>
                      <a:pt x="117" y="131"/>
                      <a:pt x="117" y="131"/>
                      <a:pt x="117" y="131"/>
                    </a:cubicBezTo>
                    <a:cubicBezTo>
                      <a:pt x="118" y="130"/>
                      <a:pt x="120" y="129"/>
                      <a:pt x="121" y="127"/>
                    </a:cubicBezTo>
                    <a:cubicBezTo>
                      <a:pt x="152" y="142"/>
                      <a:pt x="152" y="142"/>
                      <a:pt x="152" y="142"/>
                    </a:cubicBezTo>
                    <a:cubicBezTo>
                      <a:pt x="145" y="153"/>
                      <a:pt x="133" y="161"/>
                      <a:pt x="120" y="16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1" name="Freeform 22">
                <a:extLst>
                  <a:ext uri="{FF2B5EF4-FFF2-40B4-BE49-F238E27FC236}">
                    <a16:creationId xmlns:a16="http://schemas.microsoft.com/office/drawing/2014/main" id="{8D724C14-173F-CB2A-84B0-0761251F0F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26102" y="2500930"/>
                <a:ext cx="380647" cy="376061"/>
              </a:xfrm>
              <a:custGeom>
                <a:avLst/>
                <a:gdLst/>
                <a:ahLst/>
                <a:cxnLst>
                  <a:cxn ang="0">
                    <a:pos x="241" y="105"/>
                  </a:cxn>
                  <a:cxn ang="0">
                    <a:pos x="236" y="81"/>
                  </a:cxn>
                  <a:cxn ang="0">
                    <a:pos x="227" y="79"/>
                  </a:cxn>
                  <a:cxn ang="0">
                    <a:pos x="193" y="85"/>
                  </a:cxn>
                  <a:cxn ang="0">
                    <a:pos x="162" y="51"/>
                  </a:cxn>
                  <a:cxn ang="0">
                    <a:pos x="170" y="17"/>
                  </a:cxn>
                  <a:cxn ang="0">
                    <a:pos x="169" y="8"/>
                  </a:cxn>
                  <a:cxn ang="0">
                    <a:pos x="146" y="1"/>
                  </a:cxn>
                  <a:cxn ang="0">
                    <a:pos x="139" y="8"/>
                  </a:cxn>
                  <a:cxn ang="0">
                    <a:pos x="127" y="40"/>
                  </a:cxn>
                  <a:cxn ang="0">
                    <a:pos x="82" y="50"/>
                  </a:cxn>
                  <a:cxn ang="0">
                    <a:pos x="57" y="25"/>
                  </a:cxn>
                  <a:cxn ang="0">
                    <a:pos x="49" y="22"/>
                  </a:cxn>
                  <a:cxn ang="0">
                    <a:pos x="31" y="38"/>
                  </a:cxn>
                  <a:cxn ang="0">
                    <a:pos x="34" y="47"/>
                  </a:cxn>
                  <a:cxn ang="0">
                    <a:pos x="55" y="74"/>
                  </a:cxn>
                  <a:cxn ang="0">
                    <a:pos x="45" y="95"/>
                  </a:cxn>
                  <a:cxn ang="0">
                    <a:pos x="42" y="118"/>
                  </a:cxn>
                  <a:cxn ang="0">
                    <a:pos x="8" y="127"/>
                  </a:cxn>
                  <a:cxn ang="0">
                    <a:pos x="1" y="133"/>
                  </a:cxn>
                  <a:cxn ang="0">
                    <a:pos x="6" y="157"/>
                  </a:cxn>
                  <a:cxn ang="0">
                    <a:pos x="15" y="159"/>
                  </a:cxn>
                  <a:cxn ang="0">
                    <a:pos x="49" y="153"/>
                  </a:cxn>
                  <a:cxn ang="0">
                    <a:pos x="80" y="187"/>
                  </a:cxn>
                  <a:cxn ang="0">
                    <a:pos x="72" y="221"/>
                  </a:cxn>
                  <a:cxn ang="0">
                    <a:pos x="73" y="230"/>
                  </a:cxn>
                  <a:cxn ang="0">
                    <a:pos x="96" y="237"/>
                  </a:cxn>
                  <a:cxn ang="0">
                    <a:pos x="102" y="230"/>
                  </a:cxn>
                  <a:cxn ang="0">
                    <a:pos x="115" y="198"/>
                  </a:cxn>
                  <a:cxn ang="0">
                    <a:pos x="160" y="188"/>
                  </a:cxn>
                  <a:cxn ang="0">
                    <a:pos x="184" y="212"/>
                  </a:cxn>
                  <a:cxn ang="0">
                    <a:pos x="193" y="216"/>
                  </a:cxn>
                  <a:cxn ang="0">
                    <a:pos x="211" y="200"/>
                  </a:cxn>
                  <a:cxn ang="0">
                    <a:pos x="208" y="191"/>
                  </a:cxn>
                  <a:cxn ang="0">
                    <a:pos x="186" y="164"/>
                  </a:cxn>
                  <a:cxn ang="0">
                    <a:pos x="197" y="143"/>
                  </a:cxn>
                  <a:cxn ang="0">
                    <a:pos x="200" y="120"/>
                  </a:cxn>
                  <a:cxn ang="0">
                    <a:pos x="234" y="111"/>
                  </a:cxn>
                  <a:cxn ang="0">
                    <a:pos x="241" y="105"/>
                  </a:cxn>
                  <a:cxn ang="0">
                    <a:pos x="107" y="179"/>
                  </a:cxn>
                  <a:cxn ang="0">
                    <a:pos x="61" y="105"/>
                  </a:cxn>
                  <a:cxn ang="0">
                    <a:pos x="135" y="59"/>
                  </a:cxn>
                  <a:cxn ang="0">
                    <a:pos x="181" y="133"/>
                  </a:cxn>
                  <a:cxn ang="0">
                    <a:pos x="107" y="179"/>
                  </a:cxn>
                </a:cxnLst>
                <a:rect l="0" t="0" r="r" b="b"/>
                <a:pathLst>
                  <a:path w="241" h="238">
                    <a:moveTo>
                      <a:pt x="241" y="105"/>
                    </a:moveTo>
                    <a:cubicBezTo>
                      <a:pt x="236" y="81"/>
                      <a:pt x="236" y="81"/>
                      <a:pt x="236" y="81"/>
                    </a:cubicBezTo>
                    <a:cubicBezTo>
                      <a:pt x="235" y="80"/>
                      <a:pt x="231" y="79"/>
                      <a:pt x="227" y="79"/>
                    </a:cubicBezTo>
                    <a:cubicBezTo>
                      <a:pt x="193" y="85"/>
                      <a:pt x="193" y="85"/>
                      <a:pt x="193" y="85"/>
                    </a:cubicBezTo>
                    <a:cubicBezTo>
                      <a:pt x="186" y="71"/>
                      <a:pt x="175" y="59"/>
                      <a:pt x="162" y="51"/>
                    </a:cubicBezTo>
                    <a:cubicBezTo>
                      <a:pt x="170" y="17"/>
                      <a:pt x="170" y="17"/>
                      <a:pt x="170" y="17"/>
                    </a:cubicBezTo>
                    <a:cubicBezTo>
                      <a:pt x="171" y="13"/>
                      <a:pt x="171" y="9"/>
                      <a:pt x="169" y="8"/>
                    </a:cubicBezTo>
                    <a:cubicBezTo>
                      <a:pt x="146" y="1"/>
                      <a:pt x="146" y="1"/>
                      <a:pt x="146" y="1"/>
                    </a:cubicBezTo>
                    <a:cubicBezTo>
                      <a:pt x="144" y="0"/>
                      <a:pt x="141" y="3"/>
                      <a:pt x="139" y="8"/>
                    </a:cubicBezTo>
                    <a:cubicBezTo>
                      <a:pt x="127" y="40"/>
                      <a:pt x="127" y="40"/>
                      <a:pt x="127" y="40"/>
                    </a:cubicBezTo>
                    <a:cubicBezTo>
                      <a:pt x="111" y="39"/>
                      <a:pt x="96" y="42"/>
                      <a:pt x="82" y="50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4" y="22"/>
                      <a:pt x="50" y="21"/>
                      <a:pt x="49" y="22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0" y="39"/>
                      <a:pt x="31" y="44"/>
                      <a:pt x="34" y="47"/>
                    </a:cubicBezTo>
                    <a:cubicBezTo>
                      <a:pt x="55" y="74"/>
                      <a:pt x="55" y="74"/>
                      <a:pt x="55" y="74"/>
                    </a:cubicBezTo>
                    <a:cubicBezTo>
                      <a:pt x="51" y="80"/>
                      <a:pt x="48" y="87"/>
                      <a:pt x="45" y="95"/>
                    </a:cubicBezTo>
                    <a:cubicBezTo>
                      <a:pt x="43" y="102"/>
                      <a:pt x="42" y="110"/>
                      <a:pt x="42" y="118"/>
                    </a:cubicBezTo>
                    <a:cubicBezTo>
                      <a:pt x="8" y="127"/>
                      <a:pt x="8" y="127"/>
                      <a:pt x="8" y="127"/>
                    </a:cubicBezTo>
                    <a:cubicBezTo>
                      <a:pt x="4" y="128"/>
                      <a:pt x="0" y="131"/>
                      <a:pt x="1" y="133"/>
                    </a:cubicBezTo>
                    <a:cubicBezTo>
                      <a:pt x="6" y="157"/>
                      <a:pt x="6" y="157"/>
                      <a:pt x="6" y="157"/>
                    </a:cubicBezTo>
                    <a:cubicBezTo>
                      <a:pt x="6" y="158"/>
                      <a:pt x="11" y="159"/>
                      <a:pt x="15" y="159"/>
                    </a:cubicBezTo>
                    <a:cubicBezTo>
                      <a:pt x="49" y="153"/>
                      <a:pt x="49" y="153"/>
                      <a:pt x="49" y="153"/>
                    </a:cubicBezTo>
                    <a:cubicBezTo>
                      <a:pt x="56" y="167"/>
                      <a:pt x="67" y="179"/>
                      <a:pt x="80" y="187"/>
                    </a:cubicBezTo>
                    <a:cubicBezTo>
                      <a:pt x="72" y="221"/>
                      <a:pt x="72" y="221"/>
                      <a:pt x="72" y="221"/>
                    </a:cubicBezTo>
                    <a:cubicBezTo>
                      <a:pt x="71" y="225"/>
                      <a:pt x="71" y="229"/>
                      <a:pt x="73" y="230"/>
                    </a:cubicBezTo>
                    <a:cubicBezTo>
                      <a:pt x="96" y="237"/>
                      <a:pt x="96" y="237"/>
                      <a:pt x="96" y="237"/>
                    </a:cubicBezTo>
                    <a:cubicBezTo>
                      <a:pt x="98" y="238"/>
                      <a:pt x="101" y="235"/>
                      <a:pt x="102" y="230"/>
                    </a:cubicBezTo>
                    <a:cubicBezTo>
                      <a:pt x="115" y="198"/>
                      <a:pt x="115" y="198"/>
                      <a:pt x="115" y="198"/>
                    </a:cubicBezTo>
                    <a:cubicBezTo>
                      <a:pt x="131" y="199"/>
                      <a:pt x="146" y="196"/>
                      <a:pt x="160" y="188"/>
                    </a:cubicBezTo>
                    <a:cubicBezTo>
                      <a:pt x="184" y="212"/>
                      <a:pt x="184" y="212"/>
                      <a:pt x="184" y="212"/>
                    </a:cubicBezTo>
                    <a:cubicBezTo>
                      <a:pt x="188" y="216"/>
                      <a:pt x="192" y="217"/>
                      <a:pt x="193" y="216"/>
                    </a:cubicBezTo>
                    <a:cubicBezTo>
                      <a:pt x="211" y="200"/>
                      <a:pt x="211" y="200"/>
                      <a:pt x="211" y="200"/>
                    </a:cubicBezTo>
                    <a:cubicBezTo>
                      <a:pt x="212" y="198"/>
                      <a:pt x="211" y="194"/>
                      <a:pt x="208" y="191"/>
                    </a:cubicBezTo>
                    <a:cubicBezTo>
                      <a:pt x="186" y="164"/>
                      <a:pt x="186" y="164"/>
                      <a:pt x="186" y="164"/>
                    </a:cubicBezTo>
                    <a:cubicBezTo>
                      <a:pt x="191" y="158"/>
                      <a:pt x="194" y="151"/>
                      <a:pt x="197" y="143"/>
                    </a:cubicBezTo>
                    <a:cubicBezTo>
                      <a:pt x="199" y="135"/>
                      <a:pt x="200" y="128"/>
                      <a:pt x="200" y="120"/>
                    </a:cubicBezTo>
                    <a:cubicBezTo>
                      <a:pt x="234" y="111"/>
                      <a:pt x="234" y="111"/>
                      <a:pt x="234" y="111"/>
                    </a:cubicBezTo>
                    <a:cubicBezTo>
                      <a:pt x="238" y="109"/>
                      <a:pt x="241" y="107"/>
                      <a:pt x="241" y="105"/>
                    </a:cubicBezTo>
                    <a:close/>
                    <a:moveTo>
                      <a:pt x="107" y="179"/>
                    </a:moveTo>
                    <a:cubicBezTo>
                      <a:pt x="74" y="171"/>
                      <a:pt x="53" y="137"/>
                      <a:pt x="61" y="105"/>
                    </a:cubicBezTo>
                    <a:cubicBezTo>
                      <a:pt x="69" y="72"/>
                      <a:pt x="102" y="51"/>
                      <a:pt x="135" y="59"/>
                    </a:cubicBezTo>
                    <a:cubicBezTo>
                      <a:pt x="168" y="67"/>
                      <a:pt x="188" y="100"/>
                      <a:pt x="181" y="133"/>
                    </a:cubicBezTo>
                    <a:cubicBezTo>
                      <a:pt x="173" y="166"/>
                      <a:pt x="139" y="187"/>
                      <a:pt x="107" y="17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Freeform 23">
                <a:extLst>
                  <a:ext uri="{FF2B5EF4-FFF2-40B4-BE49-F238E27FC236}">
                    <a16:creationId xmlns:a16="http://schemas.microsoft.com/office/drawing/2014/main" id="{D918625B-BB16-A498-85BF-FA53D8D9A5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5531" y="2588066"/>
                <a:ext cx="202935" cy="201789"/>
              </a:xfrm>
              <a:custGeom>
                <a:avLst/>
                <a:gdLst/>
                <a:ahLst/>
                <a:cxnLst>
                  <a:cxn ang="0">
                    <a:pos x="77" y="8"/>
                  </a:cxn>
                  <a:cxn ang="0">
                    <a:pos x="8" y="50"/>
                  </a:cxn>
                  <a:cxn ang="0">
                    <a:pos x="50" y="120"/>
                  </a:cxn>
                  <a:cxn ang="0">
                    <a:pos x="120" y="77"/>
                  </a:cxn>
                  <a:cxn ang="0">
                    <a:pos x="77" y="8"/>
                  </a:cxn>
                  <a:cxn ang="0">
                    <a:pos x="91" y="38"/>
                  </a:cxn>
                  <a:cxn ang="0">
                    <a:pos x="102" y="40"/>
                  </a:cxn>
                  <a:cxn ang="0">
                    <a:pos x="100" y="52"/>
                  </a:cxn>
                  <a:cxn ang="0">
                    <a:pos x="88" y="49"/>
                  </a:cxn>
                  <a:cxn ang="0">
                    <a:pos x="91" y="38"/>
                  </a:cxn>
                  <a:cxn ang="0">
                    <a:pos x="74" y="20"/>
                  </a:cxn>
                  <a:cxn ang="0">
                    <a:pos x="81" y="30"/>
                  </a:cxn>
                  <a:cxn ang="0">
                    <a:pos x="71" y="36"/>
                  </a:cxn>
                  <a:cxn ang="0">
                    <a:pos x="64" y="26"/>
                  </a:cxn>
                  <a:cxn ang="0">
                    <a:pos x="74" y="20"/>
                  </a:cxn>
                  <a:cxn ang="0">
                    <a:pos x="40" y="25"/>
                  </a:cxn>
                  <a:cxn ang="0">
                    <a:pos x="52" y="28"/>
                  </a:cxn>
                  <a:cxn ang="0">
                    <a:pos x="49" y="40"/>
                  </a:cxn>
                  <a:cxn ang="0">
                    <a:pos x="38" y="37"/>
                  </a:cxn>
                  <a:cxn ang="0">
                    <a:pos x="40" y="25"/>
                  </a:cxn>
                  <a:cxn ang="0">
                    <a:pos x="20" y="53"/>
                  </a:cxn>
                  <a:cxn ang="0">
                    <a:pos x="30" y="47"/>
                  </a:cxn>
                  <a:cxn ang="0">
                    <a:pos x="36" y="57"/>
                  </a:cxn>
                  <a:cxn ang="0">
                    <a:pos x="26" y="64"/>
                  </a:cxn>
                  <a:cxn ang="0">
                    <a:pos x="20" y="53"/>
                  </a:cxn>
                  <a:cxn ang="0">
                    <a:pos x="37" y="90"/>
                  </a:cxn>
                  <a:cxn ang="0">
                    <a:pos x="25" y="87"/>
                  </a:cxn>
                  <a:cxn ang="0">
                    <a:pos x="28" y="76"/>
                  </a:cxn>
                  <a:cxn ang="0">
                    <a:pos x="40" y="79"/>
                  </a:cxn>
                  <a:cxn ang="0">
                    <a:pos x="37" y="90"/>
                  </a:cxn>
                  <a:cxn ang="0">
                    <a:pos x="53" y="108"/>
                  </a:cxn>
                  <a:cxn ang="0">
                    <a:pos x="47" y="98"/>
                  </a:cxn>
                  <a:cxn ang="0">
                    <a:pos x="57" y="91"/>
                  </a:cxn>
                  <a:cxn ang="0">
                    <a:pos x="64" y="102"/>
                  </a:cxn>
                  <a:cxn ang="0">
                    <a:pos x="53" y="108"/>
                  </a:cxn>
                  <a:cxn ang="0">
                    <a:pos x="59" y="85"/>
                  </a:cxn>
                  <a:cxn ang="0">
                    <a:pos x="43" y="59"/>
                  </a:cxn>
                  <a:cxn ang="0">
                    <a:pos x="69" y="43"/>
                  </a:cxn>
                  <a:cxn ang="0">
                    <a:pos x="85" y="69"/>
                  </a:cxn>
                  <a:cxn ang="0">
                    <a:pos x="59" y="85"/>
                  </a:cxn>
                  <a:cxn ang="0">
                    <a:pos x="87" y="102"/>
                  </a:cxn>
                  <a:cxn ang="0">
                    <a:pos x="76" y="100"/>
                  </a:cxn>
                  <a:cxn ang="0">
                    <a:pos x="79" y="88"/>
                  </a:cxn>
                  <a:cxn ang="0">
                    <a:pos x="90" y="91"/>
                  </a:cxn>
                  <a:cxn ang="0">
                    <a:pos x="87" y="102"/>
                  </a:cxn>
                  <a:cxn ang="0">
                    <a:pos x="98" y="81"/>
                  </a:cxn>
                  <a:cxn ang="0">
                    <a:pos x="91" y="71"/>
                  </a:cxn>
                  <a:cxn ang="0">
                    <a:pos x="102" y="64"/>
                  </a:cxn>
                  <a:cxn ang="0">
                    <a:pos x="108" y="75"/>
                  </a:cxn>
                  <a:cxn ang="0">
                    <a:pos x="98" y="81"/>
                  </a:cxn>
                </a:cxnLst>
                <a:rect l="0" t="0" r="r" b="b"/>
                <a:pathLst>
                  <a:path w="128" h="128">
                    <a:moveTo>
                      <a:pt x="77" y="8"/>
                    </a:moveTo>
                    <a:cubicBezTo>
                      <a:pt x="46" y="0"/>
                      <a:pt x="15" y="19"/>
                      <a:pt x="8" y="50"/>
                    </a:cubicBezTo>
                    <a:cubicBezTo>
                      <a:pt x="0" y="81"/>
                      <a:pt x="19" y="113"/>
                      <a:pt x="50" y="120"/>
                    </a:cubicBezTo>
                    <a:cubicBezTo>
                      <a:pt x="81" y="128"/>
                      <a:pt x="113" y="108"/>
                      <a:pt x="120" y="77"/>
                    </a:cubicBezTo>
                    <a:cubicBezTo>
                      <a:pt x="128" y="46"/>
                      <a:pt x="108" y="15"/>
                      <a:pt x="77" y="8"/>
                    </a:cubicBezTo>
                    <a:close/>
                    <a:moveTo>
                      <a:pt x="91" y="38"/>
                    </a:moveTo>
                    <a:cubicBezTo>
                      <a:pt x="95" y="35"/>
                      <a:pt x="100" y="36"/>
                      <a:pt x="102" y="40"/>
                    </a:cubicBezTo>
                    <a:cubicBezTo>
                      <a:pt x="105" y="44"/>
                      <a:pt x="104" y="50"/>
                      <a:pt x="100" y="52"/>
                    </a:cubicBezTo>
                    <a:cubicBezTo>
                      <a:pt x="96" y="54"/>
                      <a:pt x="90" y="53"/>
                      <a:pt x="88" y="49"/>
                    </a:cubicBezTo>
                    <a:cubicBezTo>
                      <a:pt x="86" y="45"/>
                      <a:pt x="87" y="40"/>
                      <a:pt x="91" y="38"/>
                    </a:cubicBezTo>
                    <a:close/>
                    <a:moveTo>
                      <a:pt x="74" y="20"/>
                    </a:moveTo>
                    <a:cubicBezTo>
                      <a:pt x="79" y="21"/>
                      <a:pt x="82" y="26"/>
                      <a:pt x="81" y="30"/>
                    </a:cubicBezTo>
                    <a:cubicBezTo>
                      <a:pt x="80" y="35"/>
                      <a:pt x="75" y="38"/>
                      <a:pt x="71" y="36"/>
                    </a:cubicBezTo>
                    <a:cubicBezTo>
                      <a:pt x="66" y="35"/>
                      <a:pt x="63" y="31"/>
                      <a:pt x="64" y="26"/>
                    </a:cubicBezTo>
                    <a:cubicBezTo>
                      <a:pt x="65" y="22"/>
                      <a:pt x="70" y="19"/>
                      <a:pt x="74" y="20"/>
                    </a:cubicBezTo>
                    <a:close/>
                    <a:moveTo>
                      <a:pt x="40" y="25"/>
                    </a:moveTo>
                    <a:cubicBezTo>
                      <a:pt x="44" y="23"/>
                      <a:pt x="50" y="24"/>
                      <a:pt x="52" y="28"/>
                    </a:cubicBezTo>
                    <a:cubicBezTo>
                      <a:pt x="54" y="32"/>
                      <a:pt x="53" y="37"/>
                      <a:pt x="49" y="40"/>
                    </a:cubicBezTo>
                    <a:cubicBezTo>
                      <a:pt x="45" y="42"/>
                      <a:pt x="40" y="41"/>
                      <a:pt x="38" y="37"/>
                    </a:cubicBezTo>
                    <a:cubicBezTo>
                      <a:pt x="35" y="33"/>
                      <a:pt x="36" y="28"/>
                      <a:pt x="40" y="25"/>
                    </a:cubicBezTo>
                    <a:close/>
                    <a:moveTo>
                      <a:pt x="20" y="53"/>
                    </a:moveTo>
                    <a:cubicBezTo>
                      <a:pt x="21" y="49"/>
                      <a:pt x="26" y="46"/>
                      <a:pt x="30" y="47"/>
                    </a:cubicBezTo>
                    <a:cubicBezTo>
                      <a:pt x="35" y="48"/>
                      <a:pt x="38" y="53"/>
                      <a:pt x="36" y="57"/>
                    </a:cubicBezTo>
                    <a:cubicBezTo>
                      <a:pt x="35" y="62"/>
                      <a:pt x="31" y="65"/>
                      <a:pt x="26" y="64"/>
                    </a:cubicBezTo>
                    <a:cubicBezTo>
                      <a:pt x="22" y="62"/>
                      <a:pt x="19" y="58"/>
                      <a:pt x="20" y="53"/>
                    </a:cubicBezTo>
                    <a:close/>
                    <a:moveTo>
                      <a:pt x="37" y="90"/>
                    </a:moveTo>
                    <a:cubicBezTo>
                      <a:pt x="33" y="93"/>
                      <a:pt x="28" y="91"/>
                      <a:pt x="25" y="87"/>
                    </a:cubicBezTo>
                    <a:cubicBezTo>
                      <a:pt x="23" y="84"/>
                      <a:pt x="24" y="78"/>
                      <a:pt x="28" y="76"/>
                    </a:cubicBezTo>
                    <a:cubicBezTo>
                      <a:pt x="32" y="73"/>
                      <a:pt x="37" y="75"/>
                      <a:pt x="40" y="79"/>
                    </a:cubicBezTo>
                    <a:cubicBezTo>
                      <a:pt x="42" y="83"/>
                      <a:pt x="41" y="88"/>
                      <a:pt x="37" y="90"/>
                    </a:cubicBezTo>
                    <a:close/>
                    <a:moveTo>
                      <a:pt x="53" y="108"/>
                    </a:moveTo>
                    <a:cubicBezTo>
                      <a:pt x="49" y="107"/>
                      <a:pt x="46" y="102"/>
                      <a:pt x="47" y="98"/>
                    </a:cubicBezTo>
                    <a:cubicBezTo>
                      <a:pt x="48" y="93"/>
                      <a:pt x="53" y="90"/>
                      <a:pt x="57" y="91"/>
                    </a:cubicBezTo>
                    <a:cubicBezTo>
                      <a:pt x="62" y="92"/>
                      <a:pt x="65" y="97"/>
                      <a:pt x="64" y="102"/>
                    </a:cubicBezTo>
                    <a:cubicBezTo>
                      <a:pt x="62" y="106"/>
                      <a:pt x="58" y="109"/>
                      <a:pt x="53" y="108"/>
                    </a:cubicBezTo>
                    <a:close/>
                    <a:moveTo>
                      <a:pt x="59" y="85"/>
                    </a:moveTo>
                    <a:cubicBezTo>
                      <a:pt x="47" y="82"/>
                      <a:pt x="40" y="70"/>
                      <a:pt x="43" y="59"/>
                    </a:cubicBezTo>
                    <a:cubicBezTo>
                      <a:pt x="46" y="47"/>
                      <a:pt x="57" y="40"/>
                      <a:pt x="69" y="43"/>
                    </a:cubicBezTo>
                    <a:cubicBezTo>
                      <a:pt x="81" y="46"/>
                      <a:pt x="88" y="57"/>
                      <a:pt x="85" y="69"/>
                    </a:cubicBezTo>
                    <a:cubicBezTo>
                      <a:pt x="82" y="81"/>
                      <a:pt x="70" y="88"/>
                      <a:pt x="59" y="85"/>
                    </a:cubicBezTo>
                    <a:close/>
                    <a:moveTo>
                      <a:pt x="87" y="102"/>
                    </a:moveTo>
                    <a:cubicBezTo>
                      <a:pt x="83" y="105"/>
                      <a:pt x="78" y="104"/>
                      <a:pt x="76" y="100"/>
                    </a:cubicBezTo>
                    <a:cubicBezTo>
                      <a:pt x="73" y="96"/>
                      <a:pt x="75" y="90"/>
                      <a:pt x="79" y="88"/>
                    </a:cubicBezTo>
                    <a:cubicBezTo>
                      <a:pt x="83" y="86"/>
                      <a:pt x="88" y="87"/>
                      <a:pt x="90" y="91"/>
                    </a:cubicBezTo>
                    <a:cubicBezTo>
                      <a:pt x="93" y="95"/>
                      <a:pt x="91" y="100"/>
                      <a:pt x="87" y="102"/>
                    </a:cubicBezTo>
                    <a:close/>
                    <a:moveTo>
                      <a:pt x="98" y="81"/>
                    </a:moveTo>
                    <a:cubicBezTo>
                      <a:pt x="93" y="80"/>
                      <a:pt x="90" y="75"/>
                      <a:pt x="91" y="71"/>
                    </a:cubicBezTo>
                    <a:cubicBezTo>
                      <a:pt x="92" y="66"/>
                      <a:pt x="97" y="63"/>
                      <a:pt x="102" y="64"/>
                    </a:cubicBezTo>
                    <a:cubicBezTo>
                      <a:pt x="106" y="65"/>
                      <a:pt x="109" y="70"/>
                      <a:pt x="108" y="75"/>
                    </a:cubicBezTo>
                    <a:cubicBezTo>
                      <a:pt x="107" y="79"/>
                      <a:pt x="102" y="82"/>
                      <a:pt x="98" y="8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3" name="Freeform 24">
                <a:extLst>
                  <a:ext uri="{FF2B5EF4-FFF2-40B4-BE49-F238E27FC236}">
                    <a16:creationId xmlns:a16="http://schemas.microsoft.com/office/drawing/2014/main" id="{86C8560A-E582-F30B-D093-D6CC289B4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4641" y="2667176"/>
                <a:ext cx="44715" cy="43568"/>
              </a:xfrm>
              <a:custGeom>
                <a:avLst/>
                <a:gdLst/>
                <a:ahLst/>
                <a:cxnLst>
                  <a:cxn ang="0">
                    <a:pos x="17" y="1"/>
                  </a:cxn>
                  <a:cxn ang="0">
                    <a:pos x="1" y="11"/>
                  </a:cxn>
                  <a:cxn ang="0">
                    <a:pos x="11" y="26"/>
                  </a:cxn>
                  <a:cxn ang="0">
                    <a:pos x="26" y="17"/>
                  </a:cxn>
                  <a:cxn ang="0">
                    <a:pos x="17" y="1"/>
                  </a:cxn>
                </a:cxnLst>
                <a:rect l="0" t="0" r="r" b="b"/>
                <a:pathLst>
                  <a:path w="28" h="28">
                    <a:moveTo>
                      <a:pt x="17" y="1"/>
                    </a:moveTo>
                    <a:cubicBezTo>
                      <a:pt x="10" y="0"/>
                      <a:pt x="3" y="4"/>
                      <a:pt x="1" y="11"/>
                    </a:cubicBezTo>
                    <a:cubicBezTo>
                      <a:pt x="0" y="18"/>
                      <a:pt x="4" y="25"/>
                      <a:pt x="11" y="26"/>
                    </a:cubicBezTo>
                    <a:cubicBezTo>
                      <a:pt x="18" y="28"/>
                      <a:pt x="25" y="24"/>
                      <a:pt x="26" y="17"/>
                    </a:cubicBezTo>
                    <a:cubicBezTo>
                      <a:pt x="28" y="10"/>
                      <a:pt x="24" y="3"/>
                      <a:pt x="17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4" name="Freeform 25">
                <a:extLst>
                  <a:ext uri="{FF2B5EF4-FFF2-40B4-BE49-F238E27FC236}">
                    <a16:creationId xmlns:a16="http://schemas.microsoft.com/office/drawing/2014/main" id="{B348C9AC-EFD1-34C7-787E-96D99EA5BC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99114" y="1219112"/>
                <a:ext cx="604220" cy="607660"/>
              </a:xfrm>
              <a:custGeom>
                <a:avLst/>
                <a:gdLst/>
                <a:ahLst/>
                <a:cxnLst>
                  <a:cxn ang="0">
                    <a:pos x="375" y="137"/>
                  </a:cxn>
                  <a:cxn ang="0">
                    <a:pos x="346" y="136"/>
                  </a:cxn>
                  <a:cxn ang="0">
                    <a:pos x="340" y="77"/>
                  </a:cxn>
                  <a:cxn ang="0">
                    <a:pos x="323" y="53"/>
                  </a:cxn>
                  <a:cxn ang="0">
                    <a:pos x="297" y="66"/>
                  </a:cxn>
                  <a:cxn ang="0">
                    <a:pos x="277" y="24"/>
                  </a:cxn>
                  <a:cxn ang="0">
                    <a:pos x="252" y="10"/>
                  </a:cxn>
                  <a:cxn ang="0">
                    <a:pos x="234" y="33"/>
                  </a:cxn>
                  <a:cxn ang="0">
                    <a:pos x="197" y="3"/>
                  </a:cxn>
                  <a:cxn ang="0">
                    <a:pos x="168" y="1"/>
                  </a:cxn>
                  <a:cxn ang="0">
                    <a:pos x="162" y="30"/>
                  </a:cxn>
                  <a:cxn ang="0">
                    <a:pos x="117" y="18"/>
                  </a:cxn>
                  <a:cxn ang="0">
                    <a:pos x="89" y="29"/>
                  </a:cxn>
                  <a:cxn ang="0">
                    <a:pos x="96" y="57"/>
                  </a:cxn>
                  <a:cxn ang="0">
                    <a:pos x="50" y="66"/>
                  </a:cxn>
                  <a:cxn ang="0">
                    <a:pos x="30" y="87"/>
                  </a:cxn>
                  <a:cxn ang="0">
                    <a:pos x="47" y="110"/>
                  </a:cxn>
                  <a:cxn ang="0">
                    <a:pos x="10" y="137"/>
                  </a:cxn>
                  <a:cxn ang="0">
                    <a:pos x="0" y="165"/>
                  </a:cxn>
                  <a:cxn ang="0">
                    <a:pos x="26" y="178"/>
                  </a:cxn>
                  <a:cxn ang="0">
                    <a:pos x="26" y="210"/>
                  </a:cxn>
                  <a:cxn ang="0">
                    <a:pos x="1" y="224"/>
                  </a:cxn>
                  <a:cxn ang="0">
                    <a:pos x="11" y="251"/>
                  </a:cxn>
                  <a:cxn ang="0">
                    <a:pos x="57" y="289"/>
                  </a:cxn>
                  <a:cxn ang="0">
                    <a:pos x="41" y="314"/>
                  </a:cxn>
                  <a:cxn ang="0">
                    <a:pos x="64" y="333"/>
                  </a:cxn>
                  <a:cxn ang="0">
                    <a:pos x="110" y="337"/>
                  </a:cxn>
                  <a:cxn ang="0">
                    <a:pos x="106" y="365"/>
                  </a:cxn>
                  <a:cxn ang="0">
                    <a:pos x="135" y="373"/>
                  </a:cxn>
                  <a:cxn ang="0">
                    <a:pos x="179" y="357"/>
                  </a:cxn>
                  <a:cxn ang="0">
                    <a:pos x="189" y="385"/>
                  </a:cxn>
                  <a:cxn ang="0">
                    <a:pos x="218" y="380"/>
                  </a:cxn>
                  <a:cxn ang="0">
                    <a:pos x="250" y="347"/>
                  </a:cxn>
                  <a:cxn ang="0">
                    <a:pos x="270" y="368"/>
                  </a:cxn>
                  <a:cxn ang="0">
                    <a:pos x="294" y="351"/>
                  </a:cxn>
                  <a:cxn ang="0">
                    <a:pos x="310" y="307"/>
                  </a:cxn>
                  <a:cxn ang="0">
                    <a:pos x="337" y="318"/>
                  </a:cxn>
                  <a:cxn ang="0">
                    <a:pos x="351" y="292"/>
                  </a:cxn>
                  <a:cxn ang="0">
                    <a:pos x="347" y="246"/>
                  </a:cxn>
                  <a:cxn ang="0">
                    <a:pos x="376" y="244"/>
                  </a:cxn>
                  <a:cxn ang="0">
                    <a:pos x="379" y="215"/>
                  </a:cxn>
                  <a:cxn ang="0">
                    <a:pos x="356" y="184"/>
                  </a:cxn>
                  <a:cxn ang="0">
                    <a:pos x="378" y="166"/>
                  </a:cxn>
                  <a:cxn ang="0">
                    <a:pos x="267" y="306"/>
                  </a:cxn>
                  <a:cxn ang="0">
                    <a:pos x="211" y="327"/>
                  </a:cxn>
                  <a:cxn ang="0">
                    <a:pos x="184" y="329"/>
                  </a:cxn>
                  <a:cxn ang="0">
                    <a:pos x="127" y="313"/>
                  </a:cxn>
                  <a:cxn ang="0">
                    <a:pos x="75" y="265"/>
                  </a:cxn>
                  <a:cxn ang="0">
                    <a:pos x="55" y="209"/>
                  </a:cxn>
                  <a:cxn ang="0">
                    <a:pos x="55" y="177"/>
                  </a:cxn>
                  <a:cxn ang="0">
                    <a:pos x="74" y="121"/>
                  </a:cxn>
                  <a:cxn ang="0">
                    <a:pos x="115" y="79"/>
                  </a:cxn>
                  <a:cxn ang="0">
                    <a:pos x="170" y="57"/>
                  </a:cxn>
                  <a:cxn ang="0">
                    <a:pos x="197" y="56"/>
                  </a:cxn>
                  <a:cxn ang="0">
                    <a:pos x="255" y="72"/>
                  </a:cxn>
                  <a:cxn ang="0">
                    <a:pos x="306" y="120"/>
                  </a:cxn>
                  <a:cxn ang="0">
                    <a:pos x="326" y="175"/>
                  </a:cxn>
                  <a:cxn ang="0">
                    <a:pos x="327" y="207"/>
                  </a:cxn>
                  <a:cxn ang="0">
                    <a:pos x="307" y="263"/>
                  </a:cxn>
                  <a:cxn ang="0">
                    <a:pos x="267" y="306"/>
                  </a:cxn>
                </a:cxnLst>
                <a:rect l="0" t="0" r="r" b="b"/>
                <a:pathLst>
                  <a:path w="382" h="385">
                    <a:moveTo>
                      <a:pt x="380" y="161"/>
                    </a:moveTo>
                    <a:cubicBezTo>
                      <a:pt x="375" y="137"/>
                      <a:pt x="375" y="137"/>
                      <a:pt x="375" y="137"/>
                    </a:cubicBezTo>
                    <a:cubicBezTo>
                      <a:pt x="374" y="135"/>
                      <a:pt x="372" y="133"/>
                      <a:pt x="371" y="133"/>
                    </a:cubicBezTo>
                    <a:cubicBezTo>
                      <a:pt x="346" y="136"/>
                      <a:pt x="346" y="136"/>
                      <a:pt x="346" y="136"/>
                    </a:cubicBezTo>
                    <a:cubicBezTo>
                      <a:pt x="341" y="121"/>
                      <a:pt x="334" y="108"/>
                      <a:pt x="325" y="96"/>
                    </a:cubicBezTo>
                    <a:cubicBezTo>
                      <a:pt x="340" y="77"/>
                      <a:pt x="340" y="77"/>
                      <a:pt x="340" y="77"/>
                    </a:cubicBezTo>
                    <a:cubicBezTo>
                      <a:pt x="342" y="75"/>
                      <a:pt x="342" y="73"/>
                      <a:pt x="340" y="71"/>
                    </a:cubicBezTo>
                    <a:cubicBezTo>
                      <a:pt x="323" y="53"/>
                      <a:pt x="323" y="53"/>
                      <a:pt x="323" y="53"/>
                    </a:cubicBezTo>
                    <a:cubicBezTo>
                      <a:pt x="322" y="51"/>
                      <a:pt x="319" y="51"/>
                      <a:pt x="318" y="52"/>
                    </a:cubicBezTo>
                    <a:cubicBezTo>
                      <a:pt x="297" y="66"/>
                      <a:pt x="297" y="66"/>
                      <a:pt x="297" y="66"/>
                    </a:cubicBezTo>
                    <a:cubicBezTo>
                      <a:pt x="289" y="59"/>
                      <a:pt x="281" y="53"/>
                      <a:pt x="272" y="48"/>
                    </a:cubicBezTo>
                    <a:cubicBezTo>
                      <a:pt x="277" y="24"/>
                      <a:pt x="277" y="24"/>
                      <a:pt x="277" y="24"/>
                    </a:cubicBezTo>
                    <a:cubicBezTo>
                      <a:pt x="278" y="22"/>
                      <a:pt x="277" y="20"/>
                      <a:pt x="275" y="19"/>
                    </a:cubicBezTo>
                    <a:cubicBezTo>
                      <a:pt x="252" y="10"/>
                      <a:pt x="252" y="10"/>
                      <a:pt x="252" y="10"/>
                    </a:cubicBezTo>
                    <a:cubicBezTo>
                      <a:pt x="250" y="9"/>
                      <a:pt x="248" y="10"/>
                      <a:pt x="247" y="12"/>
                    </a:cubicBezTo>
                    <a:cubicBezTo>
                      <a:pt x="234" y="33"/>
                      <a:pt x="234" y="33"/>
                      <a:pt x="234" y="33"/>
                    </a:cubicBezTo>
                    <a:cubicBezTo>
                      <a:pt x="224" y="30"/>
                      <a:pt x="213" y="28"/>
                      <a:pt x="202" y="28"/>
                    </a:cubicBezTo>
                    <a:cubicBezTo>
                      <a:pt x="197" y="3"/>
                      <a:pt x="197" y="3"/>
                      <a:pt x="197" y="3"/>
                    </a:cubicBezTo>
                    <a:cubicBezTo>
                      <a:pt x="197" y="1"/>
                      <a:pt x="195" y="0"/>
                      <a:pt x="193" y="0"/>
                    </a:cubicBezTo>
                    <a:cubicBezTo>
                      <a:pt x="168" y="1"/>
                      <a:pt x="168" y="1"/>
                      <a:pt x="168" y="1"/>
                    </a:cubicBezTo>
                    <a:cubicBezTo>
                      <a:pt x="166" y="1"/>
                      <a:pt x="164" y="3"/>
                      <a:pt x="164" y="5"/>
                    </a:cubicBezTo>
                    <a:cubicBezTo>
                      <a:pt x="162" y="30"/>
                      <a:pt x="162" y="30"/>
                      <a:pt x="162" y="30"/>
                    </a:cubicBezTo>
                    <a:cubicBezTo>
                      <a:pt x="151" y="32"/>
                      <a:pt x="141" y="34"/>
                      <a:pt x="131" y="38"/>
                    </a:cubicBezTo>
                    <a:cubicBezTo>
                      <a:pt x="117" y="18"/>
                      <a:pt x="117" y="18"/>
                      <a:pt x="117" y="18"/>
                    </a:cubicBezTo>
                    <a:cubicBezTo>
                      <a:pt x="115" y="17"/>
                      <a:pt x="113" y="16"/>
                      <a:pt x="111" y="17"/>
                    </a:cubicBezTo>
                    <a:cubicBezTo>
                      <a:pt x="89" y="29"/>
                      <a:pt x="89" y="29"/>
                      <a:pt x="89" y="29"/>
                    </a:cubicBezTo>
                    <a:cubicBezTo>
                      <a:pt x="87" y="30"/>
                      <a:pt x="87" y="32"/>
                      <a:pt x="87" y="34"/>
                    </a:cubicBezTo>
                    <a:cubicBezTo>
                      <a:pt x="96" y="57"/>
                      <a:pt x="96" y="57"/>
                      <a:pt x="96" y="57"/>
                    </a:cubicBezTo>
                    <a:cubicBezTo>
                      <a:pt x="87" y="63"/>
                      <a:pt x="79" y="70"/>
                      <a:pt x="72" y="78"/>
                    </a:cubicBezTo>
                    <a:cubicBezTo>
                      <a:pt x="50" y="66"/>
                      <a:pt x="50" y="66"/>
                      <a:pt x="50" y="66"/>
                    </a:cubicBezTo>
                    <a:cubicBezTo>
                      <a:pt x="48" y="65"/>
                      <a:pt x="46" y="66"/>
                      <a:pt x="45" y="67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28" y="89"/>
                      <a:pt x="29" y="91"/>
                      <a:pt x="30" y="93"/>
                    </a:cubicBezTo>
                    <a:cubicBezTo>
                      <a:pt x="47" y="110"/>
                      <a:pt x="47" y="110"/>
                      <a:pt x="47" y="110"/>
                    </a:cubicBezTo>
                    <a:cubicBezTo>
                      <a:pt x="42" y="119"/>
                      <a:pt x="38" y="129"/>
                      <a:pt x="34" y="139"/>
                    </a:cubicBezTo>
                    <a:cubicBezTo>
                      <a:pt x="10" y="137"/>
                      <a:pt x="10" y="137"/>
                      <a:pt x="10" y="137"/>
                    </a:cubicBezTo>
                    <a:cubicBezTo>
                      <a:pt x="8" y="137"/>
                      <a:pt x="6" y="139"/>
                      <a:pt x="5" y="141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7"/>
                      <a:pt x="1" y="169"/>
                      <a:pt x="3" y="170"/>
                    </a:cubicBezTo>
                    <a:cubicBezTo>
                      <a:pt x="26" y="178"/>
                      <a:pt x="26" y="178"/>
                      <a:pt x="26" y="178"/>
                    </a:cubicBezTo>
                    <a:cubicBezTo>
                      <a:pt x="25" y="186"/>
                      <a:pt x="25" y="193"/>
                      <a:pt x="26" y="201"/>
                    </a:cubicBezTo>
                    <a:cubicBezTo>
                      <a:pt x="26" y="204"/>
                      <a:pt x="26" y="207"/>
                      <a:pt x="26" y="210"/>
                    </a:cubicBezTo>
                    <a:cubicBezTo>
                      <a:pt x="3" y="219"/>
                      <a:pt x="3" y="219"/>
                      <a:pt x="3" y="219"/>
                    </a:cubicBezTo>
                    <a:cubicBezTo>
                      <a:pt x="2" y="220"/>
                      <a:pt x="1" y="222"/>
                      <a:pt x="1" y="224"/>
                    </a:cubicBezTo>
                    <a:cubicBezTo>
                      <a:pt x="7" y="248"/>
                      <a:pt x="7" y="248"/>
                      <a:pt x="7" y="248"/>
                    </a:cubicBezTo>
                    <a:cubicBezTo>
                      <a:pt x="7" y="250"/>
                      <a:pt x="9" y="252"/>
                      <a:pt x="11" y="251"/>
                    </a:cubicBezTo>
                    <a:cubicBezTo>
                      <a:pt x="36" y="249"/>
                      <a:pt x="36" y="249"/>
                      <a:pt x="36" y="249"/>
                    </a:cubicBezTo>
                    <a:cubicBezTo>
                      <a:pt x="41" y="264"/>
                      <a:pt x="48" y="277"/>
                      <a:pt x="57" y="289"/>
                    </a:cubicBezTo>
                    <a:cubicBezTo>
                      <a:pt x="41" y="308"/>
                      <a:pt x="41" y="308"/>
                      <a:pt x="41" y="308"/>
                    </a:cubicBezTo>
                    <a:cubicBezTo>
                      <a:pt x="40" y="310"/>
                      <a:pt x="40" y="312"/>
                      <a:pt x="41" y="314"/>
                    </a:cubicBezTo>
                    <a:cubicBezTo>
                      <a:pt x="58" y="332"/>
                      <a:pt x="58" y="332"/>
                      <a:pt x="58" y="332"/>
                    </a:cubicBezTo>
                    <a:cubicBezTo>
                      <a:pt x="60" y="333"/>
                      <a:pt x="62" y="334"/>
                      <a:pt x="64" y="333"/>
                    </a:cubicBezTo>
                    <a:cubicBezTo>
                      <a:pt x="84" y="319"/>
                      <a:pt x="84" y="319"/>
                      <a:pt x="84" y="319"/>
                    </a:cubicBezTo>
                    <a:cubicBezTo>
                      <a:pt x="92" y="325"/>
                      <a:pt x="101" y="331"/>
                      <a:pt x="110" y="337"/>
                    </a:cubicBezTo>
                    <a:cubicBezTo>
                      <a:pt x="104" y="361"/>
                      <a:pt x="104" y="361"/>
                      <a:pt x="104" y="361"/>
                    </a:cubicBezTo>
                    <a:cubicBezTo>
                      <a:pt x="104" y="363"/>
                      <a:pt x="105" y="365"/>
                      <a:pt x="106" y="365"/>
                    </a:cubicBezTo>
                    <a:cubicBezTo>
                      <a:pt x="130" y="375"/>
                      <a:pt x="130" y="375"/>
                      <a:pt x="130" y="375"/>
                    </a:cubicBezTo>
                    <a:cubicBezTo>
                      <a:pt x="131" y="376"/>
                      <a:pt x="134" y="375"/>
                      <a:pt x="135" y="373"/>
                    </a:cubicBezTo>
                    <a:cubicBezTo>
                      <a:pt x="147" y="352"/>
                      <a:pt x="147" y="352"/>
                      <a:pt x="147" y="352"/>
                    </a:cubicBezTo>
                    <a:cubicBezTo>
                      <a:pt x="158" y="355"/>
                      <a:pt x="168" y="356"/>
                      <a:pt x="179" y="357"/>
                    </a:cubicBezTo>
                    <a:cubicBezTo>
                      <a:pt x="184" y="381"/>
                      <a:pt x="184" y="381"/>
                      <a:pt x="184" y="381"/>
                    </a:cubicBezTo>
                    <a:cubicBezTo>
                      <a:pt x="185" y="383"/>
                      <a:pt x="187" y="385"/>
                      <a:pt x="189" y="385"/>
                    </a:cubicBezTo>
                    <a:cubicBezTo>
                      <a:pt x="214" y="383"/>
                      <a:pt x="214" y="383"/>
                      <a:pt x="214" y="383"/>
                    </a:cubicBezTo>
                    <a:cubicBezTo>
                      <a:pt x="216" y="383"/>
                      <a:pt x="217" y="382"/>
                      <a:pt x="218" y="380"/>
                    </a:cubicBezTo>
                    <a:cubicBezTo>
                      <a:pt x="220" y="355"/>
                      <a:pt x="220" y="355"/>
                      <a:pt x="220" y="355"/>
                    </a:cubicBezTo>
                    <a:cubicBezTo>
                      <a:pt x="230" y="353"/>
                      <a:pt x="240" y="350"/>
                      <a:pt x="250" y="347"/>
                    </a:cubicBezTo>
                    <a:cubicBezTo>
                      <a:pt x="265" y="366"/>
                      <a:pt x="265" y="366"/>
                      <a:pt x="265" y="366"/>
                    </a:cubicBezTo>
                    <a:cubicBezTo>
                      <a:pt x="266" y="368"/>
                      <a:pt x="268" y="369"/>
                      <a:pt x="270" y="368"/>
                    </a:cubicBezTo>
                    <a:cubicBezTo>
                      <a:pt x="292" y="356"/>
                      <a:pt x="292" y="356"/>
                      <a:pt x="292" y="356"/>
                    </a:cubicBezTo>
                    <a:cubicBezTo>
                      <a:pt x="294" y="355"/>
                      <a:pt x="295" y="353"/>
                      <a:pt x="294" y="351"/>
                    </a:cubicBezTo>
                    <a:cubicBezTo>
                      <a:pt x="286" y="328"/>
                      <a:pt x="286" y="328"/>
                      <a:pt x="286" y="328"/>
                    </a:cubicBezTo>
                    <a:cubicBezTo>
                      <a:pt x="294" y="321"/>
                      <a:pt x="302" y="315"/>
                      <a:pt x="310" y="307"/>
                    </a:cubicBezTo>
                    <a:cubicBezTo>
                      <a:pt x="331" y="319"/>
                      <a:pt x="331" y="319"/>
                      <a:pt x="331" y="319"/>
                    </a:cubicBezTo>
                    <a:cubicBezTo>
                      <a:pt x="333" y="320"/>
                      <a:pt x="336" y="319"/>
                      <a:pt x="337" y="318"/>
                    </a:cubicBezTo>
                    <a:cubicBezTo>
                      <a:pt x="352" y="298"/>
                      <a:pt x="352" y="298"/>
                      <a:pt x="352" y="298"/>
                    </a:cubicBezTo>
                    <a:cubicBezTo>
                      <a:pt x="353" y="296"/>
                      <a:pt x="353" y="294"/>
                      <a:pt x="351" y="292"/>
                    </a:cubicBezTo>
                    <a:cubicBezTo>
                      <a:pt x="334" y="275"/>
                      <a:pt x="334" y="275"/>
                      <a:pt x="334" y="275"/>
                    </a:cubicBezTo>
                    <a:cubicBezTo>
                      <a:pt x="339" y="266"/>
                      <a:pt x="344" y="256"/>
                      <a:pt x="347" y="246"/>
                    </a:cubicBezTo>
                    <a:cubicBezTo>
                      <a:pt x="372" y="248"/>
                      <a:pt x="372" y="248"/>
                      <a:pt x="372" y="248"/>
                    </a:cubicBezTo>
                    <a:cubicBezTo>
                      <a:pt x="374" y="248"/>
                      <a:pt x="376" y="246"/>
                      <a:pt x="376" y="244"/>
                    </a:cubicBezTo>
                    <a:cubicBezTo>
                      <a:pt x="381" y="220"/>
                      <a:pt x="381" y="220"/>
                      <a:pt x="381" y="220"/>
                    </a:cubicBezTo>
                    <a:cubicBezTo>
                      <a:pt x="382" y="218"/>
                      <a:pt x="380" y="216"/>
                      <a:pt x="379" y="215"/>
                    </a:cubicBezTo>
                    <a:cubicBezTo>
                      <a:pt x="355" y="206"/>
                      <a:pt x="355" y="206"/>
                      <a:pt x="355" y="206"/>
                    </a:cubicBezTo>
                    <a:cubicBezTo>
                      <a:pt x="356" y="199"/>
                      <a:pt x="356" y="192"/>
                      <a:pt x="356" y="184"/>
                    </a:cubicBezTo>
                    <a:cubicBezTo>
                      <a:pt x="356" y="181"/>
                      <a:pt x="355" y="178"/>
                      <a:pt x="355" y="175"/>
                    </a:cubicBezTo>
                    <a:cubicBezTo>
                      <a:pt x="378" y="166"/>
                      <a:pt x="378" y="166"/>
                      <a:pt x="378" y="166"/>
                    </a:cubicBezTo>
                    <a:cubicBezTo>
                      <a:pt x="380" y="165"/>
                      <a:pt x="381" y="163"/>
                      <a:pt x="380" y="161"/>
                    </a:cubicBezTo>
                    <a:close/>
                    <a:moveTo>
                      <a:pt x="267" y="306"/>
                    </a:moveTo>
                    <a:cubicBezTo>
                      <a:pt x="259" y="311"/>
                      <a:pt x="251" y="315"/>
                      <a:pt x="242" y="319"/>
                    </a:cubicBezTo>
                    <a:cubicBezTo>
                      <a:pt x="233" y="323"/>
                      <a:pt x="222" y="326"/>
                      <a:pt x="211" y="327"/>
                    </a:cubicBezTo>
                    <a:cubicBezTo>
                      <a:pt x="207" y="328"/>
                      <a:pt x="202" y="329"/>
                      <a:pt x="198" y="329"/>
                    </a:cubicBezTo>
                    <a:cubicBezTo>
                      <a:pt x="193" y="329"/>
                      <a:pt x="188" y="329"/>
                      <a:pt x="184" y="329"/>
                    </a:cubicBezTo>
                    <a:cubicBezTo>
                      <a:pt x="173" y="328"/>
                      <a:pt x="163" y="327"/>
                      <a:pt x="152" y="324"/>
                    </a:cubicBezTo>
                    <a:cubicBezTo>
                      <a:pt x="144" y="321"/>
                      <a:pt x="135" y="317"/>
                      <a:pt x="127" y="313"/>
                    </a:cubicBezTo>
                    <a:cubicBezTo>
                      <a:pt x="117" y="308"/>
                      <a:pt x="109" y="302"/>
                      <a:pt x="101" y="295"/>
                    </a:cubicBezTo>
                    <a:cubicBezTo>
                      <a:pt x="91" y="286"/>
                      <a:pt x="82" y="276"/>
                      <a:pt x="75" y="265"/>
                    </a:cubicBezTo>
                    <a:cubicBezTo>
                      <a:pt x="72" y="259"/>
                      <a:pt x="68" y="254"/>
                      <a:pt x="66" y="247"/>
                    </a:cubicBezTo>
                    <a:cubicBezTo>
                      <a:pt x="60" y="236"/>
                      <a:pt x="57" y="223"/>
                      <a:pt x="55" y="209"/>
                    </a:cubicBezTo>
                    <a:cubicBezTo>
                      <a:pt x="55" y="206"/>
                      <a:pt x="54" y="203"/>
                      <a:pt x="54" y="199"/>
                    </a:cubicBezTo>
                    <a:cubicBezTo>
                      <a:pt x="54" y="192"/>
                      <a:pt x="54" y="185"/>
                      <a:pt x="55" y="177"/>
                    </a:cubicBezTo>
                    <a:cubicBezTo>
                      <a:pt x="56" y="168"/>
                      <a:pt x="58" y="159"/>
                      <a:pt x="61" y="151"/>
                    </a:cubicBezTo>
                    <a:cubicBezTo>
                      <a:pt x="64" y="140"/>
                      <a:pt x="68" y="131"/>
                      <a:pt x="74" y="121"/>
                    </a:cubicBezTo>
                    <a:cubicBezTo>
                      <a:pt x="79" y="114"/>
                      <a:pt x="84" y="106"/>
                      <a:pt x="91" y="100"/>
                    </a:cubicBezTo>
                    <a:cubicBezTo>
                      <a:pt x="98" y="92"/>
                      <a:pt x="106" y="85"/>
                      <a:pt x="115" y="79"/>
                    </a:cubicBezTo>
                    <a:cubicBezTo>
                      <a:pt x="123" y="74"/>
                      <a:pt x="131" y="69"/>
                      <a:pt x="139" y="66"/>
                    </a:cubicBezTo>
                    <a:cubicBezTo>
                      <a:pt x="149" y="62"/>
                      <a:pt x="159" y="59"/>
                      <a:pt x="170" y="57"/>
                    </a:cubicBezTo>
                    <a:cubicBezTo>
                      <a:pt x="175" y="57"/>
                      <a:pt x="179" y="56"/>
                      <a:pt x="184" y="56"/>
                    </a:cubicBezTo>
                    <a:cubicBezTo>
                      <a:pt x="188" y="56"/>
                      <a:pt x="193" y="56"/>
                      <a:pt x="197" y="56"/>
                    </a:cubicBezTo>
                    <a:cubicBezTo>
                      <a:pt x="208" y="56"/>
                      <a:pt x="219" y="58"/>
                      <a:pt x="229" y="61"/>
                    </a:cubicBezTo>
                    <a:cubicBezTo>
                      <a:pt x="238" y="64"/>
                      <a:pt x="246" y="67"/>
                      <a:pt x="255" y="72"/>
                    </a:cubicBezTo>
                    <a:cubicBezTo>
                      <a:pt x="264" y="77"/>
                      <a:pt x="273" y="83"/>
                      <a:pt x="281" y="90"/>
                    </a:cubicBezTo>
                    <a:cubicBezTo>
                      <a:pt x="291" y="98"/>
                      <a:pt x="299" y="108"/>
                      <a:pt x="306" y="120"/>
                    </a:cubicBezTo>
                    <a:cubicBezTo>
                      <a:pt x="310" y="125"/>
                      <a:pt x="313" y="131"/>
                      <a:pt x="316" y="137"/>
                    </a:cubicBezTo>
                    <a:cubicBezTo>
                      <a:pt x="321" y="149"/>
                      <a:pt x="325" y="162"/>
                      <a:pt x="326" y="175"/>
                    </a:cubicBezTo>
                    <a:cubicBezTo>
                      <a:pt x="327" y="179"/>
                      <a:pt x="327" y="182"/>
                      <a:pt x="327" y="185"/>
                    </a:cubicBezTo>
                    <a:cubicBezTo>
                      <a:pt x="328" y="193"/>
                      <a:pt x="327" y="200"/>
                      <a:pt x="327" y="207"/>
                    </a:cubicBezTo>
                    <a:cubicBezTo>
                      <a:pt x="326" y="217"/>
                      <a:pt x="324" y="226"/>
                      <a:pt x="321" y="234"/>
                    </a:cubicBezTo>
                    <a:cubicBezTo>
                      <a:pt x="318" y="245"/>
                      <a:pt x="313" y="254"/>
                      <a:pt x="307" y="263"/>
                    </a:cubicBezTo>
                    <a:cubicBezTo>
                      <a:pt x="303" y="271"/>
                      <a:pt x="297" y="279"/>
                      <a:pt x="291" y="285"/>
                    </a:cubicBezTo>
                    <a:cubicBezTo>
                      <a:pt x="284" y="293"/>
                      <a:pt x="275" y="300"/>
                      <a:pt x="267" y="30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Freeform 26">
                <a:extLst>
                  <a:ext uri="{FF2B5EF4-FFF2-40B4-BE49-F238E27FC236}">
                    <a16:creationId xmlns:a16="http://schemas.microsoft.com/office/drawing/2014/main" id="{46B88853-A330-A4BD-CF28-8622C4B1DF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5232" y="1346376"/>
                <a:ext cx="350837" cy="350838"/>
              </a:xfrm>
              <a:custGeom>
                <a:avLst/>
                <a:gdLst/>
                <a:ahLst/>
                <a:cxnLst>
                  <a:cxn ang="0">
                    <a:pos x="221" y="98"/>
                  </a:cxn>
                  <a:cxn ang="0">
                    <a:pos x="212" y="67"/>
                  </a:cxn>
                  <a:cxn ang="0">
                    <a:pos x="205" y="52"/>
                  </a:cxn>
                  <a:cxn ang="0">
                    <a:pos x="184" y="28"/>
                  </a:cxn>
                  <a:cxn ang="0">
                    <a:pos x="163" y="13"/>
                  </a:cxn>
                  <a:cxn ang="0">
                    <a:pos x="142" y="5"/>
                  </a:cxn>
                  <a:cxn ang="0">
                    <a:pos x="116" y="1"/>
                  </a:cxn>
                  <a:cxn ang="0">
                    <a:pos x="105" y="1"/>
                  </a:cxn>
                  <a:cxn ang="0">
                    <a:pos x="94" y="2"/>
                  </a:cxn>
                  <a:cxn ang="0">
                    <a:pos x="69" y="9"/>
                  </a:cxn>
                  <a:cxn ang="0">
                    <a:pos x="49" y="19"/>
                  </a:cxn>
                  <a:cxn ang="0">
                    <a:pos x="29" y="36"/>
                  </a:cxn>
                  <a:cxn ang="0">
                    <a:pos x="16" y="54"/>
                  </a:cxn>
                  <a:cxn ang="0">
                    <a:pos x="5" y="77"/>
                  </a:cxn>
                  <a:cxn ang="0">
                    <a:pos x="0" y="99"/>
                  </a:cxn>
                  <a:cxn ang="0">
                    <a:pos x="0" y="117"/>
                  </a:cxn>
                  <a:cxn ang="0">
                    <a:pos x="1" y="125"/>
                  </a:cxn>
                  <a:cxn ang="0">
                    <a:pos x="9" y="156"/>
                  </a:cxn>
                  <a:cxn ang="0">
                    <a:pos x="17" y="170"/>
                  </a:cxn>
                  <a:cxn ang="0">
                    <a:pos x="37" y="195"/>
                  </a:cxn>
                  <a:cxn ang="0">
                    <a:pos x="59" y="210"/>
                  </a:cxn>
                  <a:cxn ang="0">
                    <a:pos x="80" y="218"/>
                  </a:cxn>
                  <a:cxn ang="0">
                    <a:pos x="105" y="222"/>
                  </a:cxn>
                  <a:cxn ang="0">
                    <a:pos x="116" y="222"/>
                  </a:cxn>
                  <a:cxn ang="0">
                    <a:pos x="128" y="221"/>
                  </a:cxn>
                  <a:cxn ang="0">
                    <a:pos x="153" y="214"/>
                  </a:cxn>
                  <a:cxn ang="0">
                    <a:pos x="172" y="204"/>
                  </a:cxn>
                  <a:cxn ang="0">
                    <a:pos x="192" y="187"/>
                  </a:cxn>
                  <a:cxn ang="0">
                    <a:pos x="206" y="169"/>
                  </a:cxn>
                  <a:cxn ang="0">
                    <a:pos x="216" y="145"/>
                  </a:cxn>
                  <a:cxn ang="0">
                    <a:pos x="221" y="124"/>
                  </a:cxn>
                  <a:cxn ang="0">
                    <a:pos x="222" y="106"/>
                  </a:cxn>
                  <a:cxn ang="0">
                    <a:pos x="221" y="98"/>
                  </a:cxn>
                </a:cxnLst>
                <a:rect l="0" t="0" r="r" b="b"/>
                <a:pathLst>
                  <a:path w="222" h="222">
                    <a:moveTo>
                      <a:pt x="221" y="98"/>
                    </a:moveTo>
                    <a:cubicBezTo>
                      <a:pt x="219" y="87"/>
                      <a:pt x="217" y="76"/>
                      <a:pt x="212" y="67"/>
                    </a:cubicBezTo>
                    <a:cubicBezTo>
                      <a:pt x="210" y="62"/>
                      <a:pt x="208" y="57"/>
                      <a:pt x="205" y="52"/>
                    </a:cubicBezTo>
                    <a:cubicBezTo>
                      <a:pt x="199" y="43"/>
                      <a:pt x="192" y="35"/>
                      <a:pt x="184" y="28"/>
                    </a:cubicBezTo>
                    <a:cubicBezTo>
                      <a:pt x="177" y="22"/>
                      <a:pt x="170" y="17"/>
                      <a:pt x="163" y="13"/>
                    </a:cubicBezTo>
                    <a:cubicBezTo>
                      <a:pt x="156" y="10"/>
                      <a:pt x="149" y="7"/>
                      <a:pt x="142" y="5"/>
                    </a:cubicBezTo>
                    <a:cubicBezTo>
                      <a:pt x="134" y="2"/>
                      <a:pt x="125" y="1"/>
                      <a:pt x="116" y="1"/>
                    </a:cubicBezTo>
                    <a:cubicBezTo>
                      <a:pt x="113" y="0"/>
                      <a:pt x="109" y="0"/>
                      <a:pt x="105" y="1"/>
                    </a:cubicBezTo>
                    <a:cubicBezTo>
                      <a:pt x="101" y="1"/>
                      <a:pt x="98" y="1"/>
                      <a:pt x="94" y="2"/>
                    </a:cubicBezTo>
                    <a:cubicBezTo>
                      <a:pt x="85" y="3"/>
                      <a:pt x="77" y="5"/>
                      <a:pt x="69" y="9"/>
                    </a:cubicBezTo>
                    <a:cubicBezTo>
                      <a:pt x="62" y="11"/>
                      <a:pt x="55" y="15"/>
                      <a:pt x="49" y="19"/>
                    </a:cubicBezTo>
                    <a:cubicBezTo>
                      <a:pt x="42" y="24"/>
                      <a:pt x="35" y="30"/>
                      <a:pt x="29" y="36"/>
                    </a:cubicBezTo>
                    <a:cubicBezTo>
                      <a:pt x="24" y="41"/>
                      <a:pt x="20" y="47"/>
                      <a:pt x="16" y="54"/>
                    </a:cubicBezTo>
                    <a:cubicBezTo>
                      <a:pt x="11" y="61"/>
                      <a:pt x="8" y="69"/>
                      <a:pt x="5" y="77"/>
                    </a:cubicBezTo>
                    <a:cubicBezTo>
                      <a:pt x="3" y="84"/>
                      <a:pt x="1" y="92"/>
                      <a:pt x="0" y="99"/>
                    </a:cubicBezTo>
                    <a:cubicBezTo>
                      <a:pt x="0" y="105"/>
                      <a:pt x="0" y="111"/>
                      <a:pt x="0" y="117"/>
                    </a:cubicBezTo>
                    <a:cubicBezTo>
                      <a:pt x="0" y="120"/>
                      <a:pt x="0" y="123"/>
                      <a:pt x="1" y="125"/>
                    </a:cubicBezTo>
                    <a:cubicBezTo>
                      <a:pt x="2" y="136"/>
                      <a:pt x="5" y="146"/>
                      <a:pt x="9" y="156"/>
                    </a:cubicBezTo>
                    <a:cubicBezTo>
                      <a:pt x="11" y="161"/>
                      <a:pt x="14" y="166"/>
                      <a:pt x="17" y="170"/>
                    </a:cubicBezTo>
                    <a:cubicBezTo>
                      <a:pt x="22" y="180"/>
                      <a:pt x="30" y="188"/>
                      <a:pt x="37" y="195"/>
                    </a:cubicBezTo>
                    <a:cubicBezTo>
                      <a:pt x="44" y="200"/>
                      <a:pt x="51" y="205"/>
                      <a:pt x="59" y="210"/>
                    </a:cubicBezTo>
                    <a:cubicBezTo>
                      <a:pt x="65" y="213"/>
                      <a:pt x="72" y="216"/>
                      <a:pt x="80" y="218"/>
                    </a:cubicBezTo>
                    <a:cubicBezTo>
                      <a:pt x="88" y="220"/>
                      <a:pt x="96" y="222"/>
                      <a:pt x="105" y="222"/>
                    </a:cubicBezTo>
                    <a:cubicBezTo>
                      <a:pt x="109" y="222"/>
                      <a:pt x="113" y="222"/>
                      <a:pt x="116" y="222"/>
                    </a:cubicBezTo>
                    <a:cubicBezTo>
                      <a:pt x="120" y="222"/>
                      <a:pt x="124" y="222"/>
                      <a:pt x="128" y="221"/>
                    </a:cubicBezTo>
                    <a:cubicBezTo>
                      <a:pt x="136" y="220"/>
                      <a:pt x="145" y="217"/>
                      <a:pt x="153" y="214"/>
                    </a:cubicBezTo>
                    <a:cubicBezTo>
                      <a:pt x="160" y="211"/>
                      <a:pt x="166" y="208"/>
                      <a:pt x="172" y="204"/>
                    </a:cubicBezTo>
                    <a:cubicBezTo>
                      <a:pt x="180" y="199"/>
                      <a:pt x="186" y="193"/>
                      <a:pt x="192" y="187"/>
                    </a:cubicBezTo>
                    <a:cubicBezTo>
                      <a:pt x="197" y="181"/>
                      <a:pt x="202" y="175"/>
                      <a:pt x="206" y="169"/>
                    </a:cubicBezTo>
                    <a:cubicBezTo>
                      <a:pt x="210" y="162"/>
                      <a:pt x="214" y="154"/>
                      <a:pt x="216" y="145"/>
                    </a:cubicBezTo>
                    <a:cubicBezTo>
                      <a:pt x="219" y="138"/>
                      <a:pt x="220" y="131"/>
                      <a:pt x="221" y="124"/>
                    </a:cubicBezTo>
                    <a:cubicBezTo>
                      <a:pt x="222" y="118"/>
                      <a:pt x="222" y="112"/>
                      <a:pt x="222" y="106"/>
                    </a:cubicBezTo>
                    <a:cubicBezTo>
                      <a:pt x="221" y="103"/>
                      <a:pt x="221" y="100"/>
                      <a:pt x="221" y="9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Freeform 27">
                <a:extLst>
                  <a:ext uri="{FF2B5EF4-FFF2-40B4-BE49-F238E27FC236}">
                    <a16:creationId xmlns:a16="http://schemas.microsoft.com/office/drawing/2014/main" id="{B4E2F5EB-38DB-A656-58CE-EE62B1743FE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4223" y="1589440"/>
                <a:ext cx="268287" cy="274020"/>
              </a:xfrm>
              <a:custGeom>
                <a:avLst/>
                <a:gdLst/>
                <a:ahLst/>
                <a:cxnLst>
                  <a:cxn ang="0">
                    <a:pos x="136" y="114"/>
                  </a:cxn>
                  <a:cxn ang="0">
                    <a:pos x="142" y="81"/>
                  </a:cxn>
                  <a:cxn ang="0">
                    <a:pos x="170" y="67"/>
                  </a:cxn>
                  <a:cxn ang="0">
                    <a:pos x="158" y="50"/>
                  </a:cxn>
                  <a:cxn ang="0">
                    <a:pos x="109" y="35"/>
                  </a:cxn>
                  <a:cxn ang="0">
                    <a:pos x="111" y="4"/>
                  </a:cxn>
                  <a:cxn ang="0">
                    <a:pos x="90" y="6"/>
                  </a:cxn>
                  <a:cxn ang="0">
                    <a:pos x="52" y="40"/>
                  </a:cxn>
                  <a:cxn ang="0">
                    <a:pos x="26" y="23"/>
                  </a:cxn>
                  <a:cxn ang="0">
                    <a:pos x="18" y="42"/>
                  </a:cxn>
                  <a:cxn ang="0">
                    <a:pos x="29" y="75"/>
                  </a:cxn>
                  <a:cxn ang="0">
                    <a:pos x="6" y="101"/>
                  </a:cxn>
                  <a:cxn ang="0">
                    <a:pos x="6" y="123"/>
                  </a:cxn>
                  <a:cxn ang="0">
                    <a:pos x="37" y="117"/>
                  </a:cxn>
                  <a:cxn ang="0">
                    <a:pos x="58" y="163"/>
                  </a:cxn>
                  <a:cxn ang="0">
                    <a:pos x="77" y="173"/>
                  </a:cxn>
                  <a:cxn ang="0">
                    <a:pos x="87" y="144"/>
                  </a:cxn>
                  <a:cxn ang="0">
                    <a:pos x="138" y="149"/>
                  </a:cxn>
                  <a:cxn ang="0">
                    <a:pos x="156" y="137"/>
                  </a:cxn>
                  <a:cxn ang="0">
                    <a:pos x="126" y="95"/>
                  </a:cxn>
                  <a:cxn ang="0">
                    <a:pos x="100" y="92"/>
                  </a:cxn>
                  <a:cxn ang="0">
                    <a:pos x="101" y="88"/>
                  </a:cxn>
                  <a:cxn ang="0">
                    <a:pos x="126" y="95"/>
                  </a:cxn>
                  <a:cxn ang="0">
                    <a:pos x="51" y="64"/>
                  </a:cxn>
                  <a:cxn ang="0">
                    <a:pos x="70" y="84"/>
                  </a:cxn>
                  <a:cxn ang="0">
                    <a:pos x="45" y="94"/>
                  </a:cxn>
                  <a:cxn ang="0">
                    <a:pos x="122" y="68"/>
                  </a:cxn>
                  <a:cxn ang="0">
                    <a:pos x="94" y="74"/>
                  </a:cxn>
                  <a:cxn ang="0">
                    <a:pos x="122" y="68"/>
                  </a:cxn>
                  <a:cxn ang="0">
                    <a:pos x="82" y="71"/>
                  </a:cxn>
                  <a:cxn ang="0">
                    <a:pos x="59" y="55"/>
                  </a:cxn>
                  <a:cxn ang="0">
                    <a:pos x="48" y="105"/>
                  </a:cxn>
                  <a:cxn ang="0">
                    <a:pos x="77" y="100"/>
                  </a:cxn>
                  <a:cxn ang="0">
                    <a:pos x="48" y="105"/>
                  </a:cxn>
                  <a:cxn ang="0">
                    <a:pos x="88" y="102"/>
                  </a:cxn>
                  <a:cxn ang="0">
                    <a:pos x="112" y="118"/>
                  </a:cxn>
                </a:cxnLst>
                <a:rect l="0" t="0" r="r" b="b"/>
                <a:pathLst>
                  <a:path w="170" h="173">
                    <a:moveTo>
                      <a:pt x="153" y="131"/>
                    </a:moveTo>
                    <a:cubicBezTo>
                      <a:pt x="136" y="114"/>
                      <a:pt x="136" y="114"/>
                      <a:pt x="136" y="114"/>
                    </a:cubicBezTo>
                    <a:cubicBezTo>
                      <a:pt x="138" y="109"/>
                      <a:pt x="140" y="104"/>
                      <a:pt x="141" y="98"/>
                    </a:cubicBezTo>
                    <a:cubicBezTo>
                      <a:pt x="142" y="92"/>
                      <a:pt x="143" y="87"/>
                      <a:pt x="142" y="81"/>
                    </a:cubicBezTo>
                    <a:cubicBezTo>
                      <a:pt x="165" y="72"/>
                      <a:pt x="165" y="72"/>
                      <a:pt x="165" y="72"/>
                    </a:cubicBezTo>
                    <a:cubicBezTo>
                      <a:pt x="168" y="71"/>
                      <a:pt x="170" y="69"/>
                      <a:pt x="170" y="67"/>
                    </a:cubicBezTo>
                    <a:cubicBezTo>
                      <a:pt x="164" y="51"/>
                      <a:pt x="164" y="51"/>
                      <a:pt x="164" y="51"/>
                    </a:cubicBezTo>
                    <a:cubicBezTo>
                      <a:pt x="164" y="50"/>
                      <a:pt x="161" y="49"/>
                      <a:pt x="158" y="50"/>
                    </a:cubicBezTo>
                    <a:cubicBezTo>
                      <a:pt x="134" y="57"/>
                      <a:pt x="134" y="57"/>
                      <a:pt x="134" y="57"/>
                    </a:cubicBezTo>
                    <a:cubicBezTo>
                      <a:pt x="128" y="47"/>
                      <a:pt x="120" y="40"/>
                      <a:pt x="109" y="35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13" y="7"/>
                      <a:pt x="112" y="4"/>
                      <a:pt x="111" y="4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3" y="0"/>
                      <a:pt x="91" y="2"/>
                      <a:pt x="90" y="6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72" y="30"/>
                      <a:pt x="61" y="34"/>
                      <a:pt x="52" y="40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0" y="23"/>
                      <a:pt x="27" y="22"/>
                      <a:pt x="26" y="23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14" y="37"/>
                      <a:pt x="15" y="40"/>
                      <a:pt x="18" y="42"/>
                    </a:cubicBezTo>
                    <a:cubicBezTo>
                      <a:pt x="35" y="60"/>
                      <a:pt x="35" y="60"/>
                      <a:pt x="35" y="60"/>
                    </a:cubicBezTo>
                    <a:cubicBezTo>
                      <a:pt x="33" y="65"/>
                      <a:pt x="31" y="70"/>
                      <a:pt x="29" y="75"/>
                    </a:cubicBezTo>
                    <a:cubicBezTo>
                      <a:pt x="28" y="81"/>
                      <a:pt x="28" y="87"/>
                      <a:pt x="29" y="92"/>
                    </a:cubicBezTo>
                    <a:cubicBezTo>
                      <a:pt x="6" y="101"/>
                      <a:pt x="6" y="101"/>
                      <a:pt x="6" y="101"/>
                    </a:cubicBezTo>
                    <a:cubicBezTo>
                      <a:pt x="2" y="103"/>
                      <a:pt x="0" y="105"/>
                      <a:pt x="1" y="106"/>
                    </a:cubicBezTo>
                    <a:cubicBezTo>
                      <a:pt x="6" y="123"/>
                      <a:pt x="6" y="123"/>
                      <a:pt x="6" y="123"/>
                    </a:cubicBezTo>
                    <a:cubicBezTo>
                      <a:pt x="7" y="124"/>
                      <a:pt x="10" y="124"/>
                      <a:pt x="13" y="123"/>
                    </a:cubicBezTo>
                    <a:cubicBezTo>
                      <a:pt x="37" y="117"/>
                      <a:pt x="37" y="117"/>
                      <a:pt x="37" y="117"/>
                    </a:cubicBezTo>
                    <a:cubicBezTo>
                      <a:pt x="43" y="126"/>
                      <a:pt x="51" y="134"/>
                      <a:pt x="62" y="139"/>
                    </a:cubicBezTo>
                    <a:cubicBezTo>
                      <a:pt x="58" y="163"/>
                      <a:pt x="58" y="163"/>
                      <a:pt x="58" y="163"/>
                    </a:cubicBezTo>
                    <a:cubicBezTo>
                      <a:pt x="58" y="166"/>
                      <a:pt x="58" y="169"/>
                      <a:pt x="60" y="170"/>
                    </a:cubicBezTo>
                    <a:cubicBezTo>
                      <a:pt x="77" y="173"/>
                      <a:pt x="77" y="173"/>
                      <a:pt x="77" y="173"/>
                    </a:cubicBezTo>
                    <a:cubicBezTo>
                      <a:pt x="78" y="173"/>
                      <a:pt x="80" y="171"/>
                      <a:pt x="81" y="168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98" y="143"/>
                      <a:pt x="109" y="140"/>
                      <a:pt x="118" y="133"/>
                    </a:cubicBezTo>
                    <a:cubicBezTo>
                      <a:pt x="138" y="149"/>
                      <a:pt x="138" y="149"/>
                      <a:pt x="138" y="149"/>
                    </a:cubicBezTo>
                    <a:cubicBezTo>
                      <a:pt x="141" y="151"/>
                      <a:pt x="143" y="151"/>
                      <a:pt x="144" y="150"/>
                    </a:cubicBezTo>
                    <a:cubicBezTo>
                      <a:pt x="156" y="137"/>
                      <a:pt x="156" y="137"/>
                      <a:pt x="156" y="137"/>
                    </a:cubicBezTo>
                    <a:cubicBezTo>
                      <a:pt x="157" y="136"/>
                      <a:pt x="156" y="134"/>
                      <a:pt x="153" y="131"/>
                    </a:cubicBezTo>
                    <a:close/>
                    <a:moveTo>
                      <a:pt x="126" y="95"/>
                    </a:moveTo>
                    <a:cubicBezTo>
                      <a:pt x="125" y="100"/>
                      <a:pt x="123" y="105"/>
                      <a:pt x="120" y="109"/>
                    </a:cubicBezTo>
                    <a:cubicBezTo>
                      <a:pt x="100" y="92"/>
                      <a:pt x="100" y="92"/>
                      <a:pt x="100" y="92"/>
                    </a:cubicBezTo>
                    <a:cubicBezTo>
                      <a:pt x="100" y="91"/>
                      <a:pt x="101" y="91"/>
                      <a:pt x="101" y="90"/>
                    </a:cubicBezTo>
                    <a:cubicBezTo>
                      <a:pt x="101" y="89"/>
                      <a:pt x="101" y="88"/>
                      <a:pt x="101" y="88"/>
                    </a:cubicBezTo>
                    <a:cubicBezTo>
                      <a:pt x="126" y="79"/>
                      <a:pt x="126" y="79"/>
                      <a:pt x="126" y="79"/>
                    </a:cubicBezTo>
                    <a:cubicBezTo>
                      <a:pt x="127" y="84"/>
                      <a:pt x="127" y="90"/>
                      <a:pt x="126" y="95"/>
                    </a:cubicBezTo>
                    <a:close/>
                    <a:moveTo>
                      <a:pt x="45" y="78"/>
                    </a:moveTo>
                    <a:cubicBezTo>
                      <a:pt x="46" y="73"/>
                      <a:pt x="48" y="68"/>
                      <a:pt x="51" y="64"/>
                    </a:cubicBezTo>
                    <a:cubicBezTo>
                      <a:pt x="71" y="82"/>
                      <a:pt x="71" y="82"/>
                      <a:pt x="71" y="82"/>
                    </a:cubicBezTo>
                    <a:cubicBezTo>
                      <a:pt x="70" y="82"/>
                      <a:pt x="70" y="83"/>
                      <a:pt x="70" y="84"/>
                    </a:cubicBezTo>
                    <a:cubicBezTo>
                      <a:pt x="70" y="84"/>
                      <a:pt x="70" y="85"/>
                      <a:pt x="70" y="86"/>
                    </a:cubicBezTo>
                    <a:cubicBezTo>
                      <a:pt x="45" y="94"/>
                      <a:pt x="45" y="94"/>
                      <a:pt x="45" y="94"/>
                    </a:cubicBezTo>
                    <a:cubicBezTo>
                      <a:pt x="44" y="89"/>
                      <a:pt x="44" y="84"/>
                      <a:pt x="45" y="78"/>
                    </a:cubicBezTo>
                    <a:close/>
                    <a:moveTo>
                      <a:pt x="122" y="68"/>
                    </a:moveTo>
                    <a:cubicBezTo>
                      <a:pt x="97" y="76"/>
                      <a:pt x="97" y="76"/>
                      <a:pt x="97" y="76"/>
                    </a:cubicBezTo>
                    <a:cubicBezTo>
                      <a:pt x="96" y="75"/>
                      <a:pt x="95" y="74"/>
                      <a:pt x="94" y="74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9" y="51"/>
                      <a:pt x="118" y="59"/>
                      <a:pt x="122" y="68"/>
                    </a:cubicBezTo>
                    <a:close/>
                    <a:moveTo>
                      <a:pt x="88" y="45"/>
                    </a:moveTo>
                    <a:cubicBezTo>
                      <a:pt x="82" y="71"/>
                      <a:pt x="82" y="71"/>
                      <a:pt x="82" y="71"/>
                    </a:cubicBezTo>
                    <a:cubicBezTo>
                      <a:pt x="81" y="72"/>
                      <a:pt x="80" y="72"/>
                      <a:pt x="78" y="73"/>
                    </a:cubicBezTo>
                    <a:cubicBezTo>
                      <a:pt x="59" y="55"/>
                      <a:pt x="59" y="55"/>
                      <a:pt x="59" y="55"/>
                    </a:cubicBezTo>
                    <a:cubicBezTo>
                      <a:pt x="67" y="49"/>
                      <a:pt x="77" y="45"/>
                      <a:pt x="88" y="45"/>
                    </a:cubicBezTo>
                    <a:close/>
                    <a:moveTo>
                      <a:pt x="48" y="105"/>
                    </a:moveTo>
                    <a:cubicBezTo>
                      <a:pt x="73" y="97"/>
                      <a:pt x="73" y="97"/>
                      <a:pt x="73" y="97"/>
                    </a:cubicBezTo>
                    <a:cubicBezTo>
                      <a:pt x="74" y="98"/>
                      <a:pt x="75" y="99"/>
                      <a:pt x="77" y="100"/>
                    </a:cubicBezTo>
                    <a:cubicBezTo>
                      <a:pt x="71" y="126"/>
                      <a:pt x="71" y="126"/>
                      <a:pt x="71" y="126"/>
                    </a:cubicBezTo>
                    <a:cubicBezTo>
                      <a:pt x="61" y="122"/>
                      <a:pt x="53" y="115"/>
                      <a:pt x="48" y="105"/>
                    </a:cubicBezTo>
                    <a:close/>
                    <a:moveTo>
                      <a:pt x="83" y="128"/>
                    </a:moveTo>
                    <a:cubicBezTo>
                      <a:pt x="88" y="102"/>
                      <a:pt x="88" y="102"/>
                      <a:pt x="88" y="102"/>
                    </a:cubicBezTo>
                    <a:cubicBezTo>
                      <a:pt x="90" y="102"/>
                      <a:pt x="91" y="101"/>
                      <a:pt x="92" y="101"/>
                    </a:cubicBezTo>
                    <a:cubicBezTo>
                      <a:pt x="112" y="118"/>
                      <a:pt x="112" y="118"/>
                      <a:pt x="112" y="118"/>
                    </a:cubicBezTo>
                    <a:cubicBezTo>
                      <a:pt x="104" y="125"/>
                      <a:pt x="94" y="129"/>
                      <a:pt x="83" y="1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7" name="Freeform 28">
                <a:extLst>
                  <a:ext uri="{FF2B5EF4-FFF2-40B4-BE49-F238E27FC236}">
                    <a16:creationId xmlns:a16="http://schemas.microsoft.com/office/drawing/2014/main" id="{7DA65069-E7B1-8150-CB0E-7055093187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27159" y="1741928"/>
                <a:ext cx="239624" cy="225866"/>
              </a:xfrm>
              <a:custGeom>
                <a:avLst/>
                <a:gdLst/>
                <a:ahLst/>
                <a:cxnLst>
                  <a:cxn ang="0">
                    <a:pos x="151" y="75"/>
                  </a:cxn>
                  <a:cxn ang="0">
                    <a:pos x="150" y="59"/>
                  </a:cxn>
                  <a:cxn ang="0">
                    <a:pos x="145" y="57"/>
                  </a:cxn>
                  <a:cxn ang="0">
                    <a:pos x="123" y="57"/>
                  </a:cxn>
                  <a:cxn ang="0">
                    <a:pos x="107" y="33"/>
                  </a:cxn>
                  <a:cxn ang="0">
                    <a:pos x="116" y="13"/>
                  </a:cxn>
                  <a:cxn ang="0">
                    <a:pos x="116" y="7"/>
                  </a:cxn>
                  <a:cxn ang="0">
                    <a:pos x="103" y="0"/>
                  </a:cxn>
                  <a:cxn ang="0">
                    <a:pos x="98" y="4"/>
                  </a:cxn>
                  <a:cxn ang="0">
                    <a:pos x="87" y="23"/>
                  </a:cxn>
                  <a:cxn ang="0">
                    <a:pos x="58" y="24"/>
                  </a:cxn>
                  <a:cxn ang="0">
                    <a:pos x="45" y="7"/>
                  </a:cxn>
                  <a:cxn ang="0">
                    <a:pos x="40" y="4"/>
                  </a:cxn>
                  <a:cxn ang="0">
                    <a:pos x="28" y="12"/>
                  </a:cxn>
                  <a:cxn ang="0">
                    <a:pos x="29" y="18"/>
                  </a:cxn>
                  <a:cxn ang="0">
                    <a:pos x="39" y="37"/>
                  </a:cxn>
                  <a:cxn ang="0">
                    <a:pos x="31" y="49"/>
                  </a:cxn>
                  <a:cxn ang="0">
                    <a:pos x="26" y="63"/>
                  </a:cxn>
                  <a:cxn ang="0">
                    <a:pos x="5" y="65"/>
                  </a:cxn>
                  <a:cxn ang="0">
                    <a:pos x="0" y="68"/>
                  </a:cxn>
                  <a:cxn ang="0">
                    <a:pos x="1" y="83"/>
                  </a:cxn>
                  <a:cxn ang="0">
                    <a:pos x="6" y="85"/>
                  </a:cxn>
                  <a:cxn ang="0">
                    <a:pos x="28" y="85"/>
                  </a:cxn>
                  <a:cxn ang="0">
                    <a:pos x="43" y="109"/>
                  </a:cxn>
                  <a:cxn ang="0">
                    <a:pos x="35" y="129"/>
                  </a:cxn>
                  <a:cxn ang="0">
                    <a:pos x="35" y="135"/>
                  </a:cxn>
                  <a:cxn ang="0">
                    <a:pos x="48" y="142"/>
                  </a:cxn>
                  <a:cxn ang="0">
                    <a:pos x="53" y="138"/>
                  </a:cxn>
                  <a:cxn ang="0">
                    <a:pos x="64" y="120"/>
                  </a:cxn>
                  <a:cxn ang="0">
                    <a:pos x="92" y="118"/>
                  </a:cxn>
                  <a:cxn ang="0">
                    <a:pos x="105" y="135"/>
                  </a:cxn>
                  <a:cxn ang="0">
                    <a:pos x="110" y="138"/>
                  </a:cxn>
                  <a:cxn ang="0">
                    <a:pos x="123" y="130"/>
                  </a:cxn>
                  <a:cxn ang="0">
                    <a:pos x="122" y="124"/>
                  </a:cxn>
                  <a:cxn ang="0">
                    <a:pos x="112" y="106"/>
                  </a:cxn>
                  <a:cxn ang="0">
                    <a:pos x="120" y="94"/>
                  </a:cxn>
                  <a:cxn ang="0">
                    <a:pos x="124" y="80"/>
                  </a:cxn>
                  <a:cxn ang="0">
                    <a:pos x="146" y="77"/>
                  </a:cxn>
                  <a:cxn ang="0">
                    <a:pos x="151" y="75"/>
                  </a:cxn>
                  <a:cxn ang="0">
                    <a:pos x="61" y="107"/>
                  </a:cxn>
                  <a:cxn ang="0">
                    <a:pos x="40" y="56"/>
                  </a:cxn>
                  <a:cxn ang="0">
                    <a:pos x="90" y="36"/>
                  </a:cxn>
                  <a:cxn ang="0">
                    <a:pos x="111" y="86"/>
                  </a:cxn>
                  <a:cxn ang="0">
                    <a:pos x="61" y="107"/>
                  </a:cxn>
                </a:cxnLst>
                <a:rect l="0" t="0" r="r" b="b"/>
                <a:pathLst>
                  <a:path w="151" h="143">
                    <a:moveTo>
                      <a:pt x="151" y="75"/>
                    </a:moveTo>
                    <a:cubicBezTo>
                      <a:pt x="150" y="59"/>
                      <a:pt x="150" y="59"/>
                      <a:pt x="150" y="59"/>
                    </a:cubicBezTo>
                    <a:cubicBezTo>
                      <a:pt x="150" y="58"/>
                      <a:pt x="148" y="57"/>
                      <a:pt x="145" y="57"/>
                    </a:cubicBezTo>
                    <a:cubicBezTo>
                      <a:pt x="123" y="57"/>
                      <a:pt x="123" y="57"/>
                      <a:pt x="123" y="57"/>
                    </a:cubicBezTo>
                    <a:cubicBezTo>
                      <a:pt x="120" y="48"/>
                      <a:pt x="115" y="40"/>
                      <a:pt x="107" y="33"/>
                    </a:cubicBezTo>
                    <a:cubicBezTo>
                      <a:pt x="116" y="13"/>
                      <a:pt x="116" y="13"/>
                      <a:pt x="116" y="13"/>
                    </a:cubicBezTo>
                    <a:cubicBezTo>
                      <a:pt x="117" y="11"/>
                      <a:pt x="117" y="8"/>
                      <a:pt x="116" y="7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2" y="0"/>
                      <a:pt x="99" y="2"/>
                      <a:pt x="98" y="4"/>
                    </a:cubicBezTo>
                    <a:cubicBezTo>
                      <a:pt x="87" y="23"/>
                      <a:pt x="87" y="23"/>
                      <a:pt x="87" y="23"/>
                    </a:cubicBezTo>
                    <a:cubicBezTo>
                      <a:pt x="77" y="21"/>
                      <a:pt x="67" y="21"/>
                      <a:pt x="58" y="24"/>
                    </a:cubicBezTo>
                    <a:cubicBezTo>
                      <a:pt x="45" y="7"/>
                      <a:pt x="45" y="7"/>
                      <a:pt x="45" y="7"/>
                    </a:cubicBezTo>
                    <a:cubicBezTo>
                      <a:pt x="44" y="5"/>
                      <a:pt x="41" y="3"/>
                      <a:pt x="40" y="4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7" y="13"/>
                      <a:pt x="27" y="16"/>
                      <a:pt x="29" y="18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6" y="40"/>
                      <a:pt x="33" y="44"/>
                      <a:pt x="31" y="49"/>
                    </a:cubicBezTo>
                    <a:cubicBezTo>
                      <a:pt x="29" y="53"/>
                      <a:pt x="27" y="58"/>
                      <a:pt x="26" y="63"/>
                    </a:cubicBezTo>
                    <a:cubicBezTo>
                      <a:pt x="5" y="65"/>
                      <a:pt x="5" y="65"/>
                      <a:pt x="5" y="65"/>
                    </a:cubicBezTo>
                    <a:cubicBezTo>
                      <a:pt x="2" y="65"/>
                      <a:pt x="0" y="67"/>
                      <a:pt x="0" y="68"/>
                    </a:cubicBezTo>
                    <a:cubicBezTo>
                      <a:pt x="1" y="83"/>
                      <a:pt x="1" y="83"/>
                      <a:pt x="1" y="83"/>
                    </a:cubicBezTo>
                    <a:cubicBezTo>
                      <a:pt x="1" y="84"/>
                      <a:pt x="3" y="85"/>
                      <a:pt x="6" y="85"/>
                    </a:cubicBezTo>
                    <a:cubicBezTo>
                      <a:pt x="28" y="85"/>
                      <a:pt x="28" y="85"/>
                      <a:pt x="28" y="85"/>
                    </a:cubicBezTo>
                    <a:cubicBezTo>
                      <a:pt x="30" y="95"/>
                      <a:pt x="36" y="103"/>
                      <a:pt x="43" y="109"/>
                    </a:cubicBezTo>
                    <a:cubicBezTo>
                      <a:pt x="35" y="129"/>
                      <a:pt x="35" y="129"/>
                      <a:pt x="35" y="129"/>
                    </a:cubicBezTo>
                    <a:cubicBezTo>
                      <a:pt x="34" y="132"/>
                      <a:pt x="34" y="135"/>
                      <a:pt x="35" y="135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43"/>
                      <a:pt x="51" y="141"/>
                      <a:pt x="53" y="138"/>
                    </a:cubicBezTo>
                    <a:cubicBezTo>
                      <a:pt x="64" y="120"/>
                      <a:pt x="64" y="120"/>
                      <a:pt x="64" y="120"/>
                    </a:cubicBezTo>
                    <a:cubicBezTo>
                      <a:pt x="73" y="122"/>
                      <a:pt x="83" y="121"/>
                      <a:pt x="92" y="118"/>
                    </a:cubicBezTo>
                    <a:cubicBezTo>
                      <a:pt x="105" y="135"/>
                      <a:pt x="105" y="135"/>
                      <a:pt x="105" y="135"/>
                    </a:cubicBezTo>
                    <a:cubicBezTo>
                      <a:pt x="107" y="138"/>
                      <a:pt x="109" y="139"/>
                      <a:pt x="110" y="138"/>
                    </a:cubicBezTo>
                    <a:cubicBezTo>
                      <a:pt x="123" y="130"/>
                      <a:pt x="123" y="130"/>
                      <a:pt x="123" y="130"/>
                    </a:cubicBezTo>
                    <a:cubicBezTo>
                      <a:pt x="124" y="129"/>
                      <a:pt x="124" y="127"/>
                      <a:pt x="122" y="124"/>
                    </a:cubicBezTo>
                    <a:cubicBezTo>
                      <a:pt x="112" y="106"/>
                      <a:pt x="112" y="106"/>
                      <a:pt x="112" y="106"/>
                    </a:cubicBezTo>
                    <a:cubicBezTo>
                      <a:pt x="115" y="102"/>
                      <a:pt x="118" y="98"/>
                      <a:pt x="120" y="94"/>
                    </a:cubicBezTo>
                    <a:cubicBezTo>
                      <a:pt x="122" y="89"/>
                      <a:pt x="124" y="85"/>
                      <a:pt x="124" y="80"/>
                    </a:cubicBezTo>
                    <a:cubicBezTo>
                      <a:pt x="146" y="77"/>
                      <a:pt x="146" y="77"/>
                      <a:pt x="146" y="77"/>
                    </a:cubicBezTo>
                    <a:cubicBezTo>
                      <a:pt x="149" y="77"/>
                      <a:pt x="151" y="76"/>
                      <a:pt x="151" y="75"/>
                    </a:cubicBezTo>
                    <a:close/>
                    <a:moveTo>
                      <a:pt x="61" y="107"/>
                    </a:moveTo>
                    <a:cubicBezTo>
                      <a:pt x="41" y="99"/>
                      <a:pt x="32" y="76"/>
                      <a:pt x="40" y="56"/>
                    </a:cubicBezTo>
                    <a:cubicBezTo>
                      <a:pt x="48" y="37"/>
                      <a:pt x="71" y="28"/>
                      <a:pt x="90" y="36"/>
                    </a:cubicBezTo>
                    <a:cubicBezTo>
                      <a:pt x="110" y="44"/>
                      <a:pt x="119" y="66"/>
                      <a:pt x="111" y="86"/>
                    </a:cubicBezTo>
                    <a:cubicBezTo>
                      <a:pt x="103" y="106"/>
                      <a:pt x="80" y="115"/>
                      <a:pt x="61" y="10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8" name="Freeform 29">
                <a:extLst>
                  <a:ext uri="{FF2B5EF4-FFF2-40B4-BE49-F238E27FC236}">
                    <a16:creationId xmlns:a16="http://schemas.microsoft.com/office/drawing/2014/main" id="{0BECDA10-196E-3BC4-265A-4C22E5BC9E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81045" y="1788936"/>
                <a:ext cx="131851" cy="129558"/>
              </a:xfrm>
              <a:custGeom>
                <a:avLst/>
                <a:gdLst/>
                <a:ahLst/>
                <a:cxnLst>
                  <a:cxn ang="0">
                    <a:pos x="55" y="8"/>
                  </a:cxn>
                  <a:cxn ang="0">
                    <a:pos x="8" y="27"/>
                  </a:cxn>
                  <a:cxn ang="0">
                    <a:pos x="28" y="75"/>
                  </a:cxn>
                  <a:cxn ang="0">
                    <a:pos x="75" y="55"/>
                  </a:cxn>
                  <a:cxn ang="0">
                    <a:pos x="55" y="8"/>
                  </a:cxn>
                  <a:cxn ang="0">
                    <a:pos x="61" y="28"/>
                  </a:cxn>
                  <a:cxn ang="0">
                    <a:pos x="68" y="30"/>
                  </a:cxn>
                  <a:cxn ang="0">
                    <a:pos x="65" y="37"/>
                  </a:cxn>
                  <a:cxn ang="0">
                    <a:pos x="58" y="35"/>
                  </a:cxn>
                  <a:cxn ang="0">
                    <a:pos x="61" y="28"/>
                  </a:cxn>
                  <a:cxn ang="0">
                    <a:pos x="52" y="15"/>
                  </a:cxn>
                  <a:cxn ang="0">
                    <a:pos x="55" y="22"/>
                  </a:cxn>
                  <a:cxn ang="0">
                    <a:pos x="48" y="25"/>
                  </a:cxn>
                  <a:cxn ang="0">
                    <a:pos x="45" y="18"/>
                  </a:cxn>
                  <a:cxn ang="0">
                    <a:pos x="52" y="15"/>
                  </a:cxn>
                  <a:cxn ang="0">
                    <a:pos x="31" y="15"/>
                  </a:cxn>
                  <a:cxn ang="0">
                    <a:pos x="38" y="18"/>
                  </a:cxn>
                  <a:cxn ang="0">
                    <a:pos x="35" y="25"/>
                  </a:cxn>
                  <a:cxn ang="0">
                    <a:pos x="28" y="22"/>
                  </a:cxn>
                  <a:cxn ang="0">
                    <a:pos x="31" y="15"/>
                  </a:cxn>
                  <a:cxn ang="0">
                    <a:pos x="15" y="30"/>
                  </a:cxn>
                  <a:cxn ang="0">
                    <a:pos x="22" y="27"/>
                  </a:cxn>
                  <a:cxn ang="0">
                    <a:pos x="25" y="34"/>
                  </a:cxn>
                  <a:cxn ang="0">
                    <a:pos x="18" y="37"/>
                  </a:cxn>
                  <a:cxn ang="0">
                    <a:pos x="15" y="30"/>
                  </a:cxn>
                  <a:cxn ang="0">
                    <a:pos x="22" y="55"/>
                  </a:cxn>
                  <a:cxn ang="0">
                    <a:pos x="15" y="52"/>
                  </a:cxn>
                  <a:cxn ang="0">
                    <a:pos x="18" y="45"/>
                  </a:cxn>
                  <a:cxn ang="0">
                    <a:pos x="25" y="48"/>
                  </a:cxn>
                  <a:cxn ang="0">
                    <a:pos x="22" y="55"/>
                  </a:cxn>
                  <a:cxn ang="0">
                    <a:pos x="31" y="67"/>
                  </a:cxn>
                  <a:cxn ang="0">
                    <a:pos x="28" y="60"/>
                  </a:cxn>
                  <a:cxn ang="0">
                    <a:pos x="35" y="58"/>
                  </a:cxn>
                  <a:cxn ang="0">
                    <a:pos x="37" y="65"/>
                  </a:cxn>
                  <a:cxn ang="0">
                    <a:pos x="31" y="67"/>
                  </a:cxn>
                  <a:cxn ang="0">
                    <a:pos x="36" y="54"/>
                  </a:cxn>
                  <a:cxn ang="0">
                    <a:pos x="29" y="36"/>
                  </a:cxn>
                  <a:cxn ang="0">
                    <a:pos x="47" y="29"/>
                  </a:cxn>
                  <a:cxn ang="0">
                    <a:pos x="54" y="46"/>
                  </a:cxn>
                  <a:cxn ang="0">
                    <a:pos x="36" y="54"/>
                  </a:cxn>
                  <a:cxn ang="0">
                    <a:pos x="52" y="67"/>
                  </a:cxn>
                  <a:cxn ang="0">
                    <a:pos x="45" y="65"/>
                  </a:cxn>
                  <a:cxn ang="0">
                    <a:pos x="48" y="58"/>
                  </a:cxn>
                  <a:cxn ang="0">
                    <a:pos x="55" y="60"/>
                  </a:cxn>
                  <a:cxn ang="0">
                    <a:pos x="52" y="67"/>
                  </a:cxn>
                  <a:cxn ang="0">
                    <a:pos x="61" y="55"/>
                  </a:cxn>
                  <a:cxn ang="0">
                    <a:pos x="58" y="48"/>
                  </a:cxn>
                  <a:cxn ang="0">
                    <a:pos x="65" y="45"/>
                  </a:cxn>
                  <a:cxn ang="0">
                    <a:pos x="68" y="52"/>
                  </a:cxn>
                  <a:cxn ang="0">
                    <a:pos x="61" y="55"/>
                  </a:cxn>
                </a:cxnLst>
                <a:rect l="0" t="0" r="r" b="b"/>
                <a:pathLst>
                  <a:path w="83" h="82">
                    <a:moveTo>
                      <a:pt x="55" y="8"/>
                    </a:moveTo>
                    <a:cubicBezTo>
                      <a:pt x="37" y="0"/>
                      <a:pt x="16" y="9"/>
                      <a:pt x="8" y="27"/>
                    </a:cubicBezTo>
                    <a:cubicBezTo>
                      <a:pt x="0" y="46"/>
                      <a:pt x="9" y="67"/>
                      <a:pt x="28" y="75"/>
                    </a:cubicBezTo>
                    <a:cubicBezTo>
                      <a:pt x="46" y="82"/>
                      <a:pt x="67" y="74"/>
                      <a:pt x="75" y="55"/>
                    </a:cubicBezTo>
                    <a:cubicBezTo>
                      <a:pt x="83" y="37"/>
                      <a:pt x="74" y="16"/>
                      <a:pt x="55" y="8"/>
                    </a:cubicBezTo>
                    <a:close/>
                    <a:moveTo>
                      <a:pt x="61" y="28"/>
                    </a:moveTo>
                    <a:cubicBezTo>
                      <a:pt x="63" y="26"/>
                      <a:pt x="67" y="28"/>
                      <a:pt x="68" y="30"/>
                    </a:cubicBezTo>
                    <a:cubicBezTo>
                      <a:pt x="69" y="33"/>
                      <a:pt x="67" y="36"/>
                      <a:pt x="65" y="37"/>
                    </a:cubicBezTo>
                    <a:cubicBezTo>
                      <a:pt x="62" y="38"/>
                      <a:pt x="59" y="37"/>
                      <a:pt x="58" y="35"/>
                    </a:cubicBezTo>
                    <a:cubicBezTo>
                      <a:pt x="57" y="32"/>
                      <a:pt x="58" y="29"/>
                      <a:pt x="61" y="28"/>
                    </a:cubicBezTo>
                    <a:close/>
                    <a:moveTo>
                      <a:pt x="52" y="15"/>
                    </a:moveTo>
                    <a:cubicBezTo>
                      <a:pt x="55" y="16"/>
                      <a:pt x="56" y="19"/>
                      <a:pt x="55" y="22"/>
                    </a:cubicBezTo>
                    <a:cubicBezTo>
                      <a:pt x="54" y="25"/>
                      <a:pt x="51" y="26"/>
                      <a:pt x="48" y="25"/>
                    </a:cubicBezTo>
                    <a:cubicBezTo>
                      <a:pt x="46" y="24"/>
                      <a:pt x="44" y="21"/>
                      <a:pt x="45" y="18"/>
                    </a:cubicBezTo>
                    <a:cubicBezTo>
                      <a:pt x="47" y="15"/>
                      <a:pt x="50" y="14"/>
                      <a:pt x="52" y="15"/>
                    </a:cubicBezTo>
                    <a:close/>
                    <a:moveTo>
                      <a:pt x="31" y="15"/>
                    </a:moveTo>
                    <a:cubicBezTo>
                      <a:pt x="33" y="14"/>
                      <a:pt x="36" y="15"/>
                      <a:pt x="38" y="18"/>
                    </a:cubicBezTo>
                    <a:cubicBezTo>
                      <a:pt x="39" y="21"/>
                      <a:pt x="37" y="24"/>
                      <a:pt x="35" y="25"/>
                    </a:cubicBezTo>
                    <a:cubicBezTo>
                      <a:pt x="32" y="26"/>
                      <a:pt x="29" y="25"/>
                      <a:pt x="28" y="22"/>
                    </a:cubicBezTo>
                    <a:cubicBezTo>
                      <a:pt x="27" y="19"/>
                      <a:pt x="28" y="16"/>
                      <a:pt x="31" y="15"/>
                    </a:cubicBezTo>
                    <a:close/>
                    <a:moveTo>
                      <a:pt x="15" y="30"/>
                    </a:moveTo>
                    <a:cubicBezTo>
                      <a:pt x="16" y="28"/>
                      <a:pt x="20" y="26"/>
                      <a:pt x="22" y="27"/>
                    </a:cubicBezTo>
                    <a:cubicBezTo>
                      <a:pt x="25" y="29"/>
                      <a:pt x="26" y="32"/>
                      <a:pt x="25" y="34"/>
                    </a:cubicBezTo>
                    <a:cubicBezTo>
                      <a:pt x="24" y="37"/>
                      <a:pt x="21" y="38"/>
                      <a:pt x="18" y="37"/>
                    </a:cubicBezTo>
                    <a:cubicBezTo>
                      <a:pt x="15" y="36"/>
                      <a:pt x="14" y="33"/>
                      <a:pt x="15" y="30"/>
                    </a:cubicBezTo>
                    <a:close/>
                    <a:moveTo>
                      <a:pt x="22" y="55"/>
                    </a:moveTo>
                    <a:cubicBezTo>
                      <a:pt x="19" y="56"/>
                      <a:pt x="16" y="55"/>
                      <a:pt x="15" y="52"/>
                    </a:cubicBezTo>
                    <a:cubicBezTo>
                      <a:pt x="14" y="49"/>
                      <a:pt x="15" y="46"/>
                      <a:pt x="18" y="45"/>
                    </a:cubicBezTo>
                    <a:cubicBezTo>
                      <a:pt x="21" y="44"/>
                      <a:pt x="24" y="45"/>
                      <a:pt x="25" y="48"/>
                    </a:cubicBezTo>
                    <a:cubicBezTo>
                      <a:pt x="26" y="51"/>
                      <a:pt x="25" y="54"/>
                      <a:pt x="22" y="55"/>
                    </a:cubicBezTo>
                    <a:close/>
                    <a:moveTo>
                      <a:pt x="31" y="67"/>
                    </a:moveTo>
                    <a:cubicBezTo>
                      <a:pt x="28" y="66"/>
                      <a:pt x="27" y="63"/>
                      <a:pt x="28" y="60"/>
                    </a:cubicBezTo>
                    <a:cubicBezTo>
                      <a:pt x="29" y="58"/>
                      <a:pt x="32" y="56"/>
                      <a:pt x="35" y="58"/>
                    </a:cubicBezTo>
                    <a:cubicBezTo>
                      <a:pt x="37" y="59"/>
                      <a:pt x="39" y="62"/>
                      <a:pt x="37" y="65"/>
                    </a:cubicBezTo>
                    <a:cubicBezTo>
                      <a:pt x="36" y="67"/>
                      <a:pt x="33" y="68"/>
                      <a:pt x="31" y="67"/>
                    </a:cubicBezTo>
                    <a:close/>
                    <a:moveTo>
                      <a:pt x="36" y="54"/>
                    </a:moveTo>
                    <a:cubicBezTo>
                      <a:pt x="29" y="51"/>
                      <a:pt x="26" y="43"/>
                      <a:pt x="29" y="36"/>
                    </a:cubicBezTo>
                    <a:cubicBezTo>
                      <a:pt x="32" y="29"/>
                      <a:pt x="40" y="26"/>
                      <a:pt x="47" y="29"/>
                    </a:cubicBezTo>
                    <a:cubicBezTo>
                      <a:pt x="54" y="32"/>
                      <a:pt x="57" y="40"/>
                      <a:pt x="54" y="46"/>
                    </a:cubicBezTo>
                    <a:cubicBezTo>
                      <a:pt x="51" y="53"/>
                      <a:pt x="43" y="57"/>
                      <a:pt x="36" y="54"/>
                    </a:cubicBezTo>
                    <a:close/>
                    <a:moveTo>
                      <a:pt x="52" y="67"/>
                    </a:moveTo>
                    <a:cubicBezTo>
                      <a:pt x="50" y="69"/>
                      <a:pt x="46" y="67"/>
                      <a:pt x="45" y="65"/>
                    </a:cubicBezTo>
                    <a:cubicBezTo>
                      <a:pt x="44" y="62"/>
                      <a:pt x="45" y="59"/>
                      <a:pt x="48" y="58"/>
                    </a:cubicBezTo>
                    <a:cubicBezTo>
                      <a:pt x="51" y="56"/>
                      <a:pt x="54" y="58"/>
                      <a:pt x="55" y="60"/>
                    </a:cubicBezTo>
                    <a:cubicBezTo>
                      <a:pt x="56" y="63"/>
                      <a:pt x="55" y="66"/>
                      <a:pt x="52" y="67"/>
                    </a:cubicBezTo>
                    <a:close/>
                    <a:moveTo>
                      <a:pt x="61" y="55"/>
                    </a:moveTo>
                    <a:cubicBezTo>
                      <a:pt x="58" y="54"/>
                      <a:pt x="57" y="51"/>
                      <a:pt x="58" y="48"/>
                    </a:cubicBezTo>
                    <a:cubicBezTo>
                      <a:pt x="59" y="45"/>
                      <a:pt x="62" y="44"/>
                      <a:pt x="65" y="45"/>
                    </a:cubicBezTo>
                    <a:cubicBezTo>
                      <a:pt x="67" y="46"/>
                      <a:pt x="69" y="49"/>
                      <a:pt x="68" y="52"/>
                    </a:cubicBezTo>
                    <a:cubicBezTo>
                      <a:pt x="66" y="55"/>
                      <a:pt x="63" y="56"/>
                      <a:pt x="61" y="5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Freeform 30">
                <a:extLst>
                  <a:ext uri="{FF2B5EF4-FFF2-40B4-BE49-F238E27FC236}">
                    <a16:creationId xmlns:a16="http://schemas.microsoft.com/office/drawing/2014/main" id="{6D0CFB57-7B51-5797-5359-92C12C247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1493" y="1839383"/>
                <a:ext cx="30956" cy="28663"/>
              </a:xfrm>
              <a:custGeom>
                <a:avLst/>
                <a:gdLst/>
                <a:ahLst/>
                <a:cxnLst>
                  <a:cxn ang="0">
                    <a:pos x="13" y="2"/>
                  </a:cxn>
                  <a:cxn ang="0">
                    <a:pos x="2" y="6"/>
                  </a:cxn>
                  <a:cxn ang="0">
                    <a:pos x="6" y="17"/>
                  </a:cxn>
                  <a:cxn ang="0">
                    <a:pos x="17" y="12"/>
                  </a:cxn>
                  <a:cxn ang="0">
                    <a:pos x="13" y="2"/>
                  </a:cxn>
                </a:cxnLst>
                <a:rect l="0" t="0" r="r" b="b"/>
                <a:pathLst>
                  <a:path w="19" h="18">
                    <a:moveTo>
                      <a:pt x="13" y="2"/>
                    </a:moveTo>
                    <a:cubicBezTo>
                      <a:pt x="8" y="0"/>
                      <a:pt x="4" y="2"/>
                      <a:pt x="2" y="6"/>
                    </a:cubicBezTo>
                    <a:cubicBezTo>
                      <a:pt x="0" y="10"/>
                      <a:pt x="2" y="15"/>
                      <a:pt x="6" y="17"/>
                    </a:cubicBezTo>
                    <a:cubicBezTo>
                      <a:pt x="10" y="18"/>
                      <a:pt x="15" y="16"/>
                      <a:pt x="17" y="12"/>
                    </a:cubicBezTo>
                    <a:cubicBezTo>
                      <a:pt x="19" y="8"/>
                      <a:pt x="17" y="4"/>
                      <a:pt x="13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itchFamily="2" charset="77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B4B8B60-54BB-2EBA-383C-E31A2F9769A4}"/>
              </a:ext>
            </a:extLst>
          </p:cNvPr>
          <p:cNvGrpSpPr/>
          <p:nvPr/>
        </p:nvGrpSpPr>
        <p:grpSpPr>
          <a:xfrm>
            <a:off x="6009306" y="1021132"/>
            <a:ext cx="4057919" cy="4043632"/>
            <a:chOff x="1066529" y="3462092"/>
            <a:chExt cx="5771387" cy="5751073"/>
          </a:xfrm>
          <a:effectLst>
            <a:reflection blurRad="6350" stA="50000" endA="300" endPos="18000" dir="5400000" sy="-100000" algn="bl" rotWithShape="0"/>
          </a:effectLst>
        </p:grpSpPr>
        <p:sp>
          <p:nvSpPr>
            <p:cNvPr id="31" name="Freeform 57">
              <a:extLst>
                <a:ext uri="{FF2B5EF4-FFF2-40B4-BE49-F238E27FC236}">
                  <a16:creationId xmlns:a16="http://schemas.microsoft.com/office/drawing/2014/main" id="{E473DDDF-5A07-A965-F549-B5712C6DC8C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66529" y="3462092"/>
              <a:ext cx="5771387" cy="5751073"/>
            </a:xfrm>
            <a:custGeom>
              <a:avLst/>
              <a:gdLst>
                <a:gd name="T0" fmla="*/ 397 w 397"/>
                <a:gd name="T1" fmla="*/ 199 h 397"/>
                <a:gd name="T2" fmla="*/ 199 w 397"/>
                <a:gd name="T3" fmla="*/ 397 h 397"/>
                <a:gd name="T4" fmla="*/ 0 w 397"/>
                <a:gd name="T5" fmla="*/ 199 h 397"/>
                <a:gd name="T6" fmla="*/ 200 w 397"/>
                <a:gd name="T7" fmla="*/ 0 h 397"/>
                <a:gd name="T8" fmla="*/ 397 w 397"/>
                <a:gd name="T9" fmla="*/ 19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7" h="397">
                  <a:moveTo>
                    <a:pt x="397" y="199"/>
                  </a:moveTo>
                  <a:cubicBezTo>
                    <a:pt x="397" y="308"/>
                    <a:pt x="308" y="397"/>
                    <a:pt x="199" y="397"/>
                  </a:cubicBezTo>
                  <a:cubicBezTo>
                    <a:pt x="89" y="397"/>
                    <a:pt x="0" y="308"/>
                    <a:pt x="0" y="199"/>
                  </a:cubicBezTo>
                  <a:cubicBezTo>
                    <a:pt x="0" y="89"/>
                    <a:pt x="90" y="0"/>
                    <a:pt x="200" y="0"/>
                  </a:cubicBezTo>
                  <a:cubicBezTo>
                    <a:pt x="309" y="0"/>
                    <a:pt x="397" y="89"/>
                    <a:pt x="397" y="199"/>
                  </a:cubicBez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2" name="Line 6">
              <a:extLst>
                <a:ext uri="{FF2B5EF4-FFF2-40B4-BE49-F238E27FC236}">
                  <a16:creationId xmlns:a16="http://schemas.microsoft.com/office/drawing/2014/main" id="{B532DD93-F8D3-705F-91C7-08FFAC3FA7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29678" y="6286645"/>
              <a:ext cx="2516783" cy="377287"/>
            </a:xfrm>
            <a:prstGeom prst="line">
              <a:avLst/>
            </a:prstGeom>
            <a:noFill/>
            <a:ln w="11113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3" name="Line 7">
              <a:extLst>
                <a:ext uri="{FF2B5EF4-FFF2-40B4-BE49-F238E27FC236}">
                  <a16:creationId xmlns:a16="http://schemas.microsoft.com/office/drawing/2014/main" id="{DE07917B-E5BA-C706-AF8B-262D51C030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3079" y="6286645"/>
              <a:ext cx="1846599" cy="507809"/>
            </a:xfrm>
            <a:prstGeom prst="line">
              <a:avLst/>
            </a:prstGeom>
            <a:noFill/>
            <a:ln w="11113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19C3CA35-74A6-8322-E18F-4AE5A8D92C8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29678" y="3462092"/>
              <a:ext cx="2516783" cy="3201839"/>
            </a:xfrm>
            <a:custGeom>
              <a:avLst/>
              <a:gdLst>
                <a:gd name="T0" fmla="*/ 0 w 173"/>
                <a:gd name="T1" fmla="*/ 221 h 221"/>
                <a:gd name="T2" fmla="*/ 173 w 173"/>
                <a:gd name="T3" fmla="*/ 0 h 221"/>
                <a:gd name="T4" fmla="*/ 173 w 173"/>
                <a:gd name="T5" fmla="*/ 195 h 221"/>
                <a:gd name="T6" fmla="*/ 0 w 173"/>
                <a:gd name="T7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221">
                  <a:moveTo>
                    <a:pt x="0" y="221"/>
                  </a:moveTo>
                  <a:cubicBezTo>
                    <a:pt x="0" y="111"/>
                    <a:pt x="82" y="0"/>
                    <a:pt x="173" y="0"/>
                  </a:cubicBezTo>
                  <a:cubicBezTo>
                    <a:pt x="173" y="195"/>
                    <a:pt x="173" y="195"/>
                    <a:pt x="173" y="195"/>
                  </a:cubicBezTo>
                  <a:lnTo>
                    <a:pt x="0" y="22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id="{BB852360-AEFF-7DF8-A915-5240885C233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29678" y="4084106"/>
              <a:ext cx="1934726" cy="2492131"/>
            </a:xfrm>
            <a:custGeom>
              <a:avLst/>
              <a:gdLst>
                <a:gd name="T0" fmla="*/ 0 w 133"/>
                <a:gd name="T1" fmla="*/ 172 h 172"/>
                <a:gd name="T2" fmla="*/ 133 w 133"/>
                <a:gd name="T3" fmla="*/ 0 h 172"/>
                <a:gd name="T4" fmla="*/ 133 w 133"/>
                <a:gd name="T5" fmla="*/ 152 h 172"/>
                <a:gd name="T6" fmla="*/ 0 w 133"/>
                <a:gd name="T7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" h="172">
                  <a:moveTo>
                    <a:pt x="0" y="172"/>
                  </a:moveTo>
                  <a:cubicBezTo>
                    <a:pt x="0" y="87"/>
                    <a:pt x="63" y="0"/>
                    <a:pt x="133" y="0"/>
                  </a:cubicBezTo>
                  <a:cubicBezTo>
                    <a:pt x="133" y="152"/>
                    <a:pt x="133" y="152"/>
                    <a:pt x="133" y="152"/>
                  </a:cubicBezTo>
                  <a:lnTo>
                    <a:pt x="0" y="1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BFB778C2-3D33-138B-0D14-96DCA6BA50F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29678" y="4722433"/>
              <a:ext cx="1352669" cy="1768149"/>
            </a:xfrm>
            <a:custGeom>
              <a:avLst/>
              <a:gdLst>
                <a:gd name="T0" fmla="*/ 0 w 93"/>
                <a:gd name="T1" fmla="*/ 122 h 122"/>
                <a:gd name="T2" fmla="*/ 93 w 93"/>
                <a:gd name="T3" fmla="*/ 0 h 122"/>
                <a:gd name="T4" fmla="*/ 93 w 93"/>
                <a:gd name="T5" fmla="*/ 108 h 122"/>
                <a:gd name="T6" fmla="*/ 0 w 93"/>
                <a:gd name="T7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122">
                  <a:moveTo>
                    <a:pt x="0" y="122"/>
                  </a:moveTo>
                  <a:cubicBezTo>
                    <a:pt x="0" y="61"/>
                    <a:pt x="44" y="0"/>
                    <a:pt x="93" y="0"/>
                  </a:cubicBezTo>
                  <a:cubicBezTo>
                    <a:pt x="93" y="108"/>
                    <a:pt x="93" y="108"/>
                    <a:pt x="93" y="108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7" name="Freeform 63">
              <a:extLst>
                <a:ext uri="{FF2B5EF4-FFF2-40B4-BE49-F238E27FC236}">
                  <a16:creationId xmlns:a16="http://schemas.microsoft.com/office/drawing/2014/main" id="{CB5B8634-B8D9-00D7-8C12-E740ED43D8A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29678" y="5344447"/>
              <a:ext cx="770611" cy="1058443"/>
            </a:xfrm>
            <a:custGeom>
              <a:avLst/>
              <a:gdLst>
                <a:gd name="T0" fmla="*/ 0 w 53"/>
                <a:gd name="T1" fmla="*/ 73 h 73"/>
                <a:gd name="T2" fmla="*/ 53 w 53"/>
                <a:gd name="T3" fmla="*/ 0 h 73"/>
                <a:gd name="T4" fmla="*/ 53 w 53"/>
                <a:gd name="T5" fmla="*/ 65 h 73"/>
                <a:gd name="T6" fmla="*/ 0 w 53"/>
                <a:gd name="T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73">
                  <a:moveTo>
                    <a:pt x="0" y="73"/>
                  </a:moveTo>
                  <a:cubicBezTo>
                    <a:pt x="0" y="37"/>
                    <a:pt x="25" y="0"/>
                    <a:pt x="53" y="0"/>
                  </a:cubicBezTo>
                  <a:cubicBezTo>
                    <a:pt x="53" y="65"/>
                    <a:pt x="53" y="65"/>
                    <a:pt x="53" y="65"/>
                  </a:cubicBezTo>
                  <a:lnTo>
                    <a:pt x="0" y="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8" name="Freeform 64">
              <a:extLst>
                <a:ext uri="{FF2B5EF4-FFF2-40B4-BE49-F238E27FC236}">
                  <a16:creationId xmlns:a16="http://schemas.microsoft.com/office/drawing/2014/main" id="{050FC3B0-FEDF-48B0-0067-D7D81EC4DA0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083079" y="6286645"/>
              <a:ext cx="4363382" cy="638329"/>
            </a:xfrm>
            <a:custGeom>
              <a:avLst/>
              <a:gdLst>
                <a:gd name="T0" fmla="*/ 0 w 300"/>
                <a:gd name="T1" fmla="*/ 26 h 44"/>
                <a:gd name="T2" fmla="*/ 172 w 300"/>
                <a:gd name="T3" fmla="*/ 44 h 44"/>
                <a:gd name="T4" fmla="*/ 300 w 300"/>
                <a:gd name="T5" fmla="*/ 35 h 44"/>
                <a:gd name="T6" fmla="*/ 173 w 300"/>
                <a:gd name="T7" fmla="*/ 0 h 44"/>
                <a:gd name="T8" fmla="*/ 0 w 300"/>
                <a:gd name="T9" fmla="*/ 2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44">
                  <a:moveTo>
                    <a:pt x="0" y="26"/>
                  </a:moveTo>
                  <a:cubicBezTo>
                    <a:pt x="34" y="37"/>
                    <a:pt x="98" y="44"/>
                    <a:pt x="172" y="44"/>
                  </a:cubicBezTo>
                  <a:cubicBezTo>
                    <a:pt x="221" y="44"/>
                    <a:pt x="266" y="41"/>
                    <a:pt x="300" y="35"/>
                  </a:cubicBezTo>
                  <a:cubicBezTo>
                    <a:pt x="173" y="0"/>
                    <a:pt x="173" y="0"/>
                    <a:pt x="173" y="0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9" name="Freeform 65">
              <a:extLst>
                <a:ext uri="{FF2B5EF4-FFF2-40B4-BE49-F238E27FC236}">
                  <a16:creationId xmlns:a16="http://schemas.microsoft.com/office/drawing/2014/main" id="{C82C61EC-989C-A4B7-6378-C5BAE245035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276" y="6286645"/>
              <a:ext cx="3359128" cy="493532"/>
            </a:xfrm>
            <a:custGeom>
              <a:avLst/>
              <a:gdLst>
                <a:gd name="T0" fmla="*/ 0 w 231"/>
                <a:gd name="T1" fmla="*/ 20 h 34"/>
                <a:gd name="T2" fmla="*/ 132 w 231"/>
                <a:gd name="T3" fmla="*/ 34 h 34"/>
                <a:gd name="T4" fmla="*/ 231 w 231"/>
                <a:gd name="T5" fmla="*/ 27 h 34"/>
                <a:gd name="T6" fmla="*/ 133 w 231"/>
                <a:gd name="T7" fmla="*/ 0 h 34"/>
                <a:gd name="T8" fmla="*/ 0 w 231"/>
                <a:gd name="T9" fmla="*/ 2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" h="34">
                  <a:moveTo>
                    <a:pt x="0" y="20"/>
                  </a:moveTo>
                  <a:cubicBezTo>
                    <a:pt x="27" y="28"/>
                    <a:pt x="76" y="34"/>
                    <a:pt x="132" y="34"/>
                  </a:cubicBezTo>
                  <a:cubicBezTo>
                    <a:pt x="170" y="34"/>
                    <a:pt x="204" y="31"/>
                    <a:pt x="231" y="27"/>
                  </a:cubicBezTo>
                  <a:cubicBezTo>
                    <a:pt x="133" y="0"/>
                    <a:pt x="133" y="0"/>
                    <a:pt x="133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0" name="Freeform 66">
              <a:extLst>
                <a:ext uri="{FF2B5EF4-FFF2-40B4-BE49-F238E27FC236}">
                  <a16:creationId xmlns:a16="http://schemas.microsoft.com/office/drawing/2014/main" id="{6CDB9912-DAF8-638A-97E8-A323E2A9399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941820" y="6286645"/>
              <a:ext cx="2340527" cy="334460"/>
            </a:xfrm>
            <a:custGeom>
              <a:avLst/>
              <a:gdLst>
                <a:gd name="T0" fmla="*/ 161 w 161"/>
                <a:gd name="T1" fmla="*/ 19 h 23"/>
                <a:gd name="T2" fmla="*/ 92 w 161"/>
                <a:gd name="T3" fmla="*/ 23 h 23"/>
                <a:gd name="T4" fmla="*/ 0 w 161"/>
                <a:gd name="T5" fmla="*/ 14 h 23"/>
                <a:gd name="T6" fmla="*/ 93 w 161"/>
                <a:gd name="T7" fmla="*/ 0 h 23"/>
                <a:gd name="T8" fmla="*/ 161 w 161"/>
                <a:gd name="T9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23">
                  <a:moveTo>
                    <a:pt x="161" y="19"/>
                  </a:moveTo>
                  <a:cubicBezTo>
                    <a:pt x="142" y="21"/>
                    <a:pt x="118" y="23"/>
                    <a:pt x="92" y="23"/>
                  </a:cubicBezTo>
                  <a:cubicBezTo>
                    <a:pt x="54" y="23"/>
                    <a:pt x="20" y="19"/>
                    <a:pt x="0" y="14"/>
                  </a:cubicBezTo>
                  <a:cubicBezTo>
                    <a:pt x="93" y="0"/>
                    <a:pt x="93" y="0"/>
                    <a:pt x="93" y="0"/>
                  </a:cubicBezTo>
                  <a:lnTo>
                    <a:pt x="161" y="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1" name="Freeform 67">
              <a:extLst>
                <a:ext uri="{FF2B5EF4-FFF2-40B4-BE49-F238E27FC236}">
                  <a16:creationId xmlns:a16="http://schemas.microsoft.com/office/drawing/2014/main" id="{CF8E41E1-A318-CA00-15A1-92F33D6CDFC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78363" y="6286645"/>
              <a:ext cx="1321927" cy="187624"/>
            </a:xfrm>
            <a:custGeom>
              <a:avLst/>
              <a:gdLst>
                <a:gd name="T0" fmla="*/ 0 w 91"/>
                <a:gd name="T1" fmla="*/ 8 h 13"/>
                <a:gd name="T2" fmla="*/ 53 w 91"/>
                <a:gd name="T3" fmla="*/ 13 h 13"/>
                <a:gd name="T4" fmla="*/ 91 w 91"/>
                <a:gd name="T5" fmla="*/ 10 h 13"/>
                <a:gd name="T6" fmla="*/ 53 w 91"/>
                <a:gd name="T7" fmla="*/ 0 h 13"/>
                <a:gd name="T8" fmla="*/ 0 w 91"/>
                <a:gd name="T9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3">
                  <a:moveTo>
                    <a:pt x="0" y="8"/>
                  </a:moveTo>
                  <a:cubicBezTo>
                    <a:pt x="13" y="11"/>
                    <a:pt x="32" y="13"/>
                    <a:pt x="53" y="13"/>
                  </a:cubicBezTo>
                  <a:cubicBezTo>
                    <a:pt x="67" y="13"/>
                    <a:pt x="80" y="12"/>
                    <a:pt x="91" y="10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2" name="Freeform 68">
              <a:extLst>
                <a:ext uri="{FF2B5EF4-FFF2-40B4-BE49-F238E27FC236}">
                  <a16:creationId xmlns:a16="http://schemas.microsoft.com/office/drawing/2014/main" id="{B8EC5CF3-EB04-FBD1-95DF-5FFA9DF258E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083079" y="3462092"/>
              <a:ext cx="1846599" cy="3332359"/>
            </a:xfrm>
            <a:custGeom>
              <a:avLst/>
              <a:gdLst>
                <a:gd name="T0" fmla="*/ 0 w 127"/>
                <a:gd name="T1" fmla="*/ 0 h 230"/>
                <a:gd name="T2" fmla="*/ 127 w 127"/>
                <a:gd name="T3" fmla="*/ 230 h 230"/>
                <a:gd name="T4" fmla="*/ 0 w 127"/>
                <a:gd name="T5" fmla="*/ 195 h 230"/>
                <a:gd name="T6" fmla="*/ 0 w 127"/>
                <a:gd name="T7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230">
                  <a:moveTo>
                    <a:pt x="0" y="0"/>
                  </a:moveTo>
                  <a:cubicBezTo>
                    <a:pt x="67" y="0"/>
                    <a:pt x="127" y="120"/>
                    <a:pt x="127" y="230"/>
                  </a:cubicBezTo>
                  <a:cubicBezTo>
                    <a:pt x="0" y="195"/>
                    <a:pt x="0" y="195"/>
                    <a:pt x="0" y="19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3" name="Freeform 69">
              <a:extLst>
                <a:ext uri="{FF2B5EF4-FFF2-40B4-BE49-F238E27FC236}">
                  <a16:creationId xmlns:a16="http://schemas.microsoft.com/office/drawing/2014/main" id="{71EECDD1-F3D3-6835-FEE1-A3962BFEE74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276" y="4084108"/>
              <a:ext cx="1424401" cy="2594101"/>
            </a:xfrm>
            <a:custGeom>
              <a:avLst/>
              <a:gdLst>
                <a:gd name="T0" fmla="*/ 0 w 98"/>
                <a:gd name="T1" fmla="*/ 0 h 179"/>
                <a:gd name="T2" fmla="*/ 98 w 98"/>
                <a:gd name="T3" fmla="*/ 179 h 179"/>
                <a:gd name="T4" fmla="*/ 0 w 98"/>
                <a:gd name="T5" fmla="*/ 152 h 179"/>
                <a:gd name="T6" fmla="*/ 0 w 98"/>
                <a:gd name="T7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79">
                  <a:moveTo>
                    <a:pt x="0" y="0"/>
                  </a:moveTo>
                  <a:cubicBezTo>
                    <a:pt x="52" y="0"/>
                    <a:pt x="98" y="94"/>
                    <a:pt x="98" y="179"/>
                  </a:cubicBezTo>
                  <a:cubicBezTo>
                    <a:pt x="0" y="152"/>
                    <a:pt x="0" y="152"/>
                    <a:pt x="0" y="1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4" name="Freeform 70">
              <a:extLst>
                <a:ext uri="{FF2B5EF4-FFF2-40B4-BE49-F238E27FC236}">
                  <a16:creationId xmlns:a16="http://schemas.microsoft.com/office/drawing/2014/main" id="{8843A8BD-929C-CD7A-0831-8FE4586D6D5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941821" y="4722434"/>
              <a:ext cx="987858" cy="1839527"/>
            </a:xfrm>
            <a:custGeom>
              <a:avLst/>
              <a:gdLst>
                <a:gd name="T0" fmla="*/ 0 w 68"/>
                <a:gd name="T1" fmla="*/ 0 h 127"/>
                <a:gd name="T2" fmla="*/ 68 w 68"/>
                <a:gd name="T3" fmla="*/ 127 h 127"/>
                <a:gd name="T4" fmla="*/ 0 w 68"/>
                <a:gd name="T5" fmla="*/ 108 h 127"/>
                <a:gd name="T6" fmla="*/ 0 w 68"/>
                <a:gd name="T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27">
                  <a:moveTo>
                    <a:pt x="0" y="0"/>
                  </a:moveTo>
                  <a:cubicBezTo>
                    <a:pt x="36" y="0"/>
                    <a:pt x="68" y="66"/>
                    <a:pt x="68" y="127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5" name="Freeform 71">
              <a:extLst>
                <a:ext uri="{FF2B5EF4-FFF2-40B4-BE49-F238E27FC236}">
                  <a16:creationId xmlns:a16="http://schemas.microsoft.com/office/drawing/2014/main" id="{07D4302D-3AE4-6589-3E09-466C1AE14E5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78367" y="5344447"/>
              <a:ext cx="551315" cy="1086995"/>
            </a:xfrm>
            <a:custGeom>
              <a:avLst/>
              <a:gdLst>
                <a:gd name="T0" fmla="*/ 0 w 38"/>
                <a:gd name="T1" fmla="*/ 0 h 75"/>
                <a:gd name="T2" fmla="*/ 38 w 38"/>
                <a:gd name="T3" fmla="*/ 75 h 75"/>
                <a:gd name="T4" fmla="*/ 0 w 38"/>
                <a:gd name="T5" fmla="*/ 65 h 75"/>
                <a:gd name="T6" fmla="*/ 0 w 38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75">
                  <a:moveTo>
                    <a:pt x="0" y="0"/>
                  </a:moveTo>
                  <a:cubicBezTo>
                    <a:pt x="21" y="0"/>
                    <a:pt x="38" y="40"/>
                    <a:pt x="38" y="75"/>
                  </a:cubicBezTo>
                  <a:cubicBezTo>
                    <a:pt x="0" y="65"/>
                    <a:pt x="0" y="65"/>
                    <a:pt x="0" y="6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279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2F6C-CFFF-2CEF-4A6C-EF3BA71C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D47234DD-B80A-F24E-B08D-E59AA00E1A61}"/>
              </a:ext>
            </a:extLst>
          </p:cNvPr>
          <p:cNvGrpSpPr/>
          <p:nvPr/>
        </p:nvGrpSpPr>
        <p:grpSpPr>
          <a:xfrm>
            <a:off x="6009306" y="1021132"/>
            <a:ext cx="4057919" cy="4043632"/>
            <a:chOff x="1066529" y="3462092"/>
            <a:chExt cx="5771387" cy="5751073"/>
          </a:xfrm>
          <a:effectLst>
            <a:reflection blurRad="6350" stA="50000" endA="300" endPos="18000" dir="5400000" sy="-100000" algn="bl" rotWithShape="0"/>
          </a:effectLst>
        </p:grpSpPr>
        <p:sp>
          <p:nvSpPr>
            <p:cNvPr id="31" name="Freeform 57">
              <a:extLst>
                <a:ext uri="{FF2B5EF4-FFF2-40B4-BE49-F238E27FC236}">
                  <a16:creationId xmlns:a16="http://schemas.microsoft.com/office/drawing/2014/main" id="{0BEBD997-BA25-431C-19F8-6227D1B0117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66529" y="3462092"/>
              <a:ext cx="5771387" cy="5751073"/>
            </a:xfrm>
            <a:custGeom>
              <a:avLst/>
              <a:gdLst>
                <a:gd name="T0" fmla="*/ 397 w 397"/>
                <a:gd name="T1" fmla="*/ 199 h 397"/>
                <a:gd name="T2" fmla="*/ 199 w 397"/>
                <a:gd name="T3" fmla="*/ 397 h 397"/>
                <a:gd name="T4" fmla="*/ 0 w 397"/>
                <a:gd name="T5" fmla="*/ 199 h 397"/>
                <a:gd name="T6" fmla="*/ 200 w 397"/>
                <a:gd name="T7" fmla="*/ 0 h 397"/>
                <a:gd name="T8" fmla="*/ 397 w 397"/>
                <a:gd name="T9" fmla="*/ 19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7" h="397">
                  <a:moveTo>
                    <a:pt x="397" y="199"/>
                  </a:moveTo>
                  <a:cubicBezTo>
                    <a:pt x="397" y="308"/>
                    <a:pt x="308" y="397"/>
                    <a:pt x="199" y="397"/>
                  </a:cubicBezTo>
                  <a:cubicBezTo>
                    <a:pt x="89" y="397"/>
                    <a:pt x="0" y="308"/>
                    <a:pt x="0" y="199"/>
                  </a:cubicBezTo>
                  <a:cubicBezTo>
                    <a:pt x="0" y="89"/>
                    <a:pt x="90" y="0"/>
                    <a:pt x="200" y="0"/>
                  </a:cubicBezTo>
                  <a:cubicBezTo>
                    <a:pt x="309" y="0"/>
                    <a:pt x="397" y="89"/>
                    <a:pt x="397" y="199"/>
                  </a:cubicBezTo>
                  <a:close/>
                </a:path>
              </a:pathLst>
            </a:custGeom>
            <a:gradFill>
              <a:gsLst>
                <a:gs pos="0">
                  <a:srgbClr val="1A1B4B"/>
                </a:gs>
                <a:gs pos="100000">
                  <a:srgbClr val="1A1B4B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2" name="Line 6">
              <a:extLst>
                <a:ext uri="{FF2B5EF4-FFF2-40B4-BE49-F238E27FC236}">
                  <a16:creationId xmlns:a16="http://schemas.microsoft.com/office/drawing/2014/main" id="{B6409DFE-BA0F-993E-B327-BD6668C8E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29678" y="6286645"/>
              <a:ext cx="2516783" cy="377287"/>
            </a:xfrm>
            <a:prstGeom prst="line">
              <a:avLst/>
            </a:prstGeom>
            <a:noFill/>
            <a:ln w="11113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3" name="Line 7">
              <a:extLst>
                <a:ext uri="{FF2B5EF4-FFF2-40B4-BE49-F238E27FC236}">
                  <a16:creationId xmlns:a16="http://schemas.microsoft.com/office/drawing/2014/main" id="{503101A9-E3C5-C719-634E-0C9AB81CF3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3079" y="6286645"/>
              <a:ext cx="1846599" cy="507809"/>
            </a:xfrm>
            <a:prstGeom prst="line">
              <a:avLst/>
            </a:prstGeom>
            <a:noFill/>
            <a:ln w="11113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FD2C8D84-6CDC-D466-FDCB-2BCDB9CD7C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29678" y="3462092"/>
              <a:ext cx="2516783" cy="3201839"/>
            </a:xfrm>
            <a:custGeom>
              <a:avLst/>
              <a:gdLst>
                <a:gd name="T0" fmla="*/ 0 w 173"/>
                <a:gd name="T1" fmla="*/ 221 h 221"/>
                <a:gd name="T2" fmla="*/ 173 w 173"/>
                <a:gd name="T3" fmla="*/ 0 h 221"/>
                <a:gd name="T4" fmla="*/ 173 w 173"/>
                <a:gd name="T5" fmla="*/ 195 h 221"/>
                <a:gd name="T6" fmla="*/ 0 w 173"/>
                <a:gd name="T7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221">
                  <a:moveTo>
                    <a:pt x="0" y="221"/>
                  </a:moveTo>
                  <a:cubicBezTo>
                    <a:pt x="0" y="111"/>
                    <a:pt x="82" y="0"/>
                    <a:pt x="173" y="0"/>
                  </a:cubicBezTo>
                  <a:cubicBezTo>
                    <a:pt x="173" y="195"/>
                    <a:pt x="173" y="195"/>
                    <a:pt x="173" y="195"/>
                  </a:cubicBezTo>
                  <a:lnTo>
                    <a:pt x="0" y="221"/>
                  </a:lnTo>
                  <a:close/>
                </a:path>
              </a:pathLst>
            </a:custGeom>
            <a:solidFill>
              <a:srgbClr val="9400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id="{CCC62518-F377-E433-C4C7-6D6F43A944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29678" y="4084106"/>
              <a:ext cx="1934726" cy="2492131"/>
            </a:xfrm>
            <a:custGeom>
              <a:avLst/>
              <a:gdLst>
                <a:gd name="T0" fmla="*/ 0 w 133"/>
                <a:gd name="T1" fmla="*/ 172 h 172"/>
                <a:gd name="T2" fmla="*/ 133 w 133"/>
                <a:gd name="T3" fmla="*/ 0 h 172"/>
                <a:gd name="T4" fmla="*/ 133 w 133"/>
                <a:gd name="T5" fmla="*/ 152 h 172"/>
                <a:gd name="T6" fmla="*/ 0 w 133"/>
                <a:gd name="T7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" h="172">
                  <a:moveTo>
                    <a:pt x="0" y="172"/>
                  </a:moveTo>
                  <a:cubicBezTo>
                    <a:pt x="0" y="87"/>
                    <a:pt x="63" y="0"/>
                    <a:pt x="133" y="0"/>
                  </a:cubicBezTo>
                  <a:cubicBezTo>
                    <a:pt x="133" y="152"/>
                    <a:pt x="133" y="152"/>
                    <a:pt x="133" y="152"/>
                  </a:cubicBezTo>
                  <a:lnTo>
                    <a:pt x="0" y="172"/>
                  </a:lnTo>
                  <a:close/>
                </a:path>
              </a:pathLst>
            </a:custGeom>
            <a:solidFill>
              <a:srgbClr val="00F5D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F847C322-71AC-3E07-79EA-BB17EB89CC7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29678" y="4722433"/>
              <a:ext cx="1352669" cy="1768149"/>
            </a:xfrm>
            <a:custGeom>
              <a:avLst/>
              <a:gdLst>
                <a:gd name="T0" fmla="*/ 0 w 93"/>
                <a:gd name="T1" fmla="*/ 122 h 122"/>
                <a:gd name="T2" fmla="*/ 93 w 93"/>
                <a:gd name="T3" fmla="*/ 0 h 122"/>
                <a:gd name="T4" fmla="*/ 93 w 93"/>
                <a:gd name="T5" fmla="*/ 108 h 122"/>
                <a:gd name="T6" fmla="*/ 0 w 93"/>
                <a:gd name="T7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122">
                  <a:moveTo>
                    <a:pt x="0" y="122"/>
                  </a:moveTo>
                  <a:cubicBezTo>
                    <a:pt x="0" y="61"/>
                    <a:pt x="44" y="0"/>
                    <a:pt x="93" y="0"/>
                  </a:cubicBezTo>
                  <a:cubicBezTo>
                    <a:pt x="93" y="108"/>
                    <a:pt x="93" y="108"/>
                    <a:pt x="93" y="108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F007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7" name="Freeform 63">
              <a:extLst>
                <a:ext uri="{FF2B5EF4-FFF2-40B4-BE49-F238E27FC236}">
                  <a16:creationId xmlns:a16="http://schemas.microsoft.com/office/drawing/2014/main" id="{62444870-B730-E05F-2F1C-5BE6C4F846F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29678" y="5344447"/>
              <a:ext cx="770611" cy="1058443"/>
            </a:xfrm>
            <a:custGeom>
              <a:avLst/>
              <a:gdLst>
                <a:gd name="T0" fmla="*/ 0 w 53"/>
                <a:gd name="T1" fmla="*/ 73 h 73"/>
                <a:gd name="T2" fmla="*/ 53 w 53"/>
                <a:gd name="T3" fmla="*/ 0 h 73"/>
                <a:gd name="T4" fmla="*/ 53 w 53"/>
                <a:gd name="T5" fmla="*/ 65 h 73"/>
                <a:gd name="T6" fmla="*/ 0 w 53"/>
                <a:gd name="T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73">
                  <a:moveTo>
                    <a:pt x="0" y="73"/>
                  </a:moveTo>
                  <a:cubicBezTo>
                    <a:pt x="0" y="37"/>
                    <a:pt x="25" y="0"/>
                    <a:pt x="53" y="0"/>
                  </a:cubicBezTo>
                  <a:cubicBezTo>
                    <a:pt x="53" y="65"/>
                    <a:pt x="53" y="65"/>
                    <a:pt x="53" y="65"/>
                  </a:cubicBezTo>
                  <a:lnTo>
                    <a:pt x="0" y="73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8" name="Freeform 64">
              <a:extLst>
                <a:ext uri="{FF2B5EF4-FFF2-40B4-BE49-F238E27FC236}">
                  <a16:creationId xmlns:a16="http://schemas.microsoft.com/office/drawing/2014/main" id="{90385DEF-E740-B59B-1BE2-C4F4A04115A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083078" y="6286645"/>
              <a:ext cx="4363382" cy="638329"/>
            </a:xfrm>
            <a:custGeom>
              <a:avLst/>
              <a:gdLst>
                <a:gd name="T0" fmla="*/ 0 w 300"/>
                <a:gd name="T1" fmla="*/ 26 h 44"/>
                <a:gd name="T2" fmla="*/ 172 w 300"/>
                <a:gd name="T3" fmla="*/ 44 h 44"/>
                <a:gd name="T4" fmla="*/ 300 w 300"/>
                <a:gd name="T5" fmla="*/ 35 h 44"/>
                <a:gd name="T6" fmla="*/ 173 w 300"/>
                <a:gd name="T7" fmla="*/ 0 h 44"/>
                <a:gd name="T8" fmla="*/ 0 w 300"/>
                <a:gd name="T9" fmla="*/ 2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44">
                  <a:moveTo>
                    <a:pt x="0" y="26"/>
                  </a:moveTo>
                  <a:cubicBezTo>
                    <a:pt x="34" y="37"/>
                    <a:pt x="98" y="44"/>
                    <a:pt x="172" y="44"/>
                  </a:cubicBezTo>
                  <a:cubicBezTo>
                    <a:pt x="221" y="44"/>
                    <a:pt x="266" y="41"/>
                    <a:pt x="300" y="35"/>
                  </a:cubicBezTo>
                  <a:cubicBezTo>
                    <a:pt x="173" y="0"/>
                    <a:pt x="173" y="0"/>
                    <a:pt x="173" y="0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rgbClr val="9400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9" name="Freeform 65">
              <a:extLst>
                <a:ext uri="{FF2B5EF4-FFF2-40B4-BE49-F238E27FC236}">
                  <a16:creationId xmlns:a16="http://schemas.microsoft.com/office/drawing/2014/main" id="{E2265EBE-D495-7C5E-5A89-02327091858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276" y="6286645"/>
              <a:ext cx="3359128" cy="493532"/>
            </a:xfrm>
            <a:custGeom>
              <a:avLst/>
              <a:gdLst>
                <a:gd name="T0" fmla="*/ 0 w 231"/>
                <a:gd name="T1" fmla="*/ 20 h 34"/>
                <a:gd name="T2" fmla="*/ 132 w 231"/>
                <a:gd name="T3" fmla="*/ 34 h 34"/>
                <a:gd name="T4" fmla="*/ 231 w 231"/>
                <a:gd name="T5" fmla="*/ 27 h 34"/>
                <a:gd name="T6" fmla="*/ 133 w 231"/>
                <a:gd name="T7" fmla="*/ 0 h 34"/>
                <a:gd name="T8" fmla="*/ 0 w 231"/>
                <a:gd name="T9" fmla="*/ 2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" h="34">
                  <a:moveTo>
                    <a:pt x="0" y="20"/>
                  </a:moveTo>
                  <a:cubicBezTo>
                    <a:pt x="27" y="28"/>
                    <a:pt x="76" y="34"/>
                    <a:pt x="132" y="34"/>
                  </a:cubicBezTo>
                  <a:cubicBezTo>
                    <a:pt x="170" y="34"/>
                    <a:pt x="204" y="31"/>
                    <a:pt x="231" y="27"/>
                  </a:cubicBezTo>
                  <a:cubicBezTo>
                    <a:pt x="133" y="0"/>
                    <a:pt x="133" y="0"/>
                    <a:pt x="133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00F5D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0" name="Freeform 66">
              <a:extLst>
                <a:ext uri="{FF2B5EF4-FFF2-40B4-BE49-F238E27FC236}">
                  <a16:creationId xmlns:a16="http://schemas.microsoft.com/office/drawing/2014/main" id="{D3F0D3E8-FAC1-4026-8D5D-BC781205303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941820" y="6286645"/>
              <a:ext cx="2340527" cy="334460"/>
            </a:xfrm>
            <a:custGeom>
              <a:avLst/>
              <a:gdLst>
                <a:gd name="T0" fmla="*/ 161 w 161"/>
                <a:gd name="T1" fmla="*/ 19 h 23"/>
                <a:gd name="T2" fmla="*/ 92 w 161"/>
                <a:gd name="T3" fmla="*/ 23 h 23"/>
                <a:gd name="T4" fmla="*/ 0 w 161"/>
                <a:gd name="T5" fmla="*/ 14 h 23"/>
                <a:gd name="T6" fmla="*/ 93 w 161"/>
                <a:gd name="T7" fmla="*/ 0 h 23"/>
                <a:gd name="T8" fmla="*/ 161 w 161"/>
                <a:gd name="T9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23">
                  <a:moveTo>
                    <a:pt x="161" y="19"/>
                  </a:moveTo>
                  <a:cubicBezTo>
                    <a:pt x="142" y="21"/>
                    <a:pt x="118" y="23"/>
                    <a:pt x="92" y="23"/>
                  </a:cubicBezTo>
                  <a:cubicBezTo>
                    <a:pt x="54" y="23"/>
                    <a:pt x="20" y="19"/>
                    <a:pt x="0" y="14"/>
                  </a:cubicBezTo>
                  <a:cubicBezTo>
                    <a:pt x="93" y="0"/>
                    <a:pt x="93" y="0"/>
                    <a:pt x="93" y="0"/>
                  </a:cubicBezTo>
                  <a:lnTo>
                    <a:pt x="161" y="19"/>
                  </a:lnTo>
                  <a:close/>
                </a:path>
              </a:pathLst>
            </a:custGeom>
            <a:solidFill>
              <a:srgbClr val="FF007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1" name="Freeform 67">
              <a:extLst>
                <a:ext uri="{FF2B5EF4-FFF2-40B4-BE49-F238E27FC236}">
                  <a16:creationId xmlns:a16="http://schemas.microsoft.com/office/drawing/2014/main" id="{16A5FC43-D7D7-D31C-8DBD-1416D03D4F9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78363" y="6286645"/>
              <a:ext cx="1321927" cy="187624"/>
            </a:xfrm>
            <a:custGeom>
              <a:avLst/>
              <a:gdLst>
                <a:gd name="T0" fmla="*/ 0 w 91"/>
                <a:gd name="T1" fmla="*/ 8 h 13"/>
                <a:gd name="T2" fmla="*/ 53 w 91"/>
                <a:gd name="T3" fmla="*/ 13 h 13"/>
                <a:gd name="T4" fmla="*/ 91 w 91"/>
                <a:gd name="T5" fmla="*/ 10 h 13"/>
                <a:gd name="T6" fmla="*/ 53 w 91"/>
                <a:gd name="T7" fmla="*/ 0 h 13"/>
                <a:gd name="T8" fmla="*/ 0 w 91"/>
                <a:gd name="T9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3">
                  <a:moveTo>
                    <a:pt x="0" y="8"/>
                  </a:moveTo>
                  <a:cubicBezTo>
                    <a:pt x="13" y="11"/>
                    <a:pt x="32" y="13"/>
                    <a:pt x="53" y="13"/>
                  </a:cubicBezTo>
                  <a:cubicBezTo>
                    <a:pt x="67" y="13"/>
                    <a:pt x="80" y="12"/>
                    <a:pt x="91" y="10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2" name="Freeform 68">
              <a:extLst>
                <a:ext uri="{FF2B5EF4-FFF2-40B4-BE49-F238E27FC236}">
                  <a16:creationId xmlns:a16="http://schemas.microsoft.com/office/drawing/2014/main" id="{507BD6A1-D160-15FF-FA87-BF6309510D1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083079" y="3462092"/>
              <a:ext cx="1846599" cy="3332359"/>
            </a:xfrm>
            <a:custGeom>
              <a:avLst/>
              <a:gdLst>
                <a:gd name="T0" fmla="*/ 0 w 127"/>
                <a:gd name="T1" fmla="*/ 0 h 230"/>
                <a:gd name="T2" fmla="*/ 127 w 127"/>
                <a:gd name="T3" fmla="*/ 230 h 230"/>
                <a:gd name="T4" fmla="*/ 0 w 127"/>
                <a:gd name="T5" fmla="*/ 195 h 230"/>
                <a:gd name="T6" fmla="*/ 0 w 127"/>
                <a:gd name="T7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230">
                  <a:moveTo>
                    <a:pt x="0" y="0"/>
                  </a:moveTo>
                  <a:cubicBezTo>
                    <a:pt x="67" y="0"/>
                    <a:pt x="127" y="120"/>
                    <a:pt x="127" y="230"/>
                  </a:cubicBezTo>
                  <a:cubicBezTo>
                    <a:pt x="0" y="195"/>
                    <a:pt x="0" y="195"/>
                    <a:pt x="0" y="19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A00B0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3" name="Freeform 69">
              <a:extLst>
                <a:ext uri="{FF2B5EF4-FFF2-40B4-BE49-F238E27FC236}">
                  <a16:creationId xmlns:a16="http://schemas.microsoft.com/office/drawing/2014/main" id="{D20A8817-FEC0-5A87-5EE8-4071929422A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276" y="4084108"/>
              <a:ext cx="1424401" cy="2594101"/>
            </a:xfrm>
            <a:custGeom>
              <a:avLst/>
              <a:gdLst>
                <a:gd name="T0" fmla="*/ 0 w 98"/>
                <a:gd name="T1" fmla="*/ 0 h 179"/>
                <a:gd name="T2" fmla="*/ 98 w 98"/>
                <a:gd name="T3" fmla="*/ 179 h 179"/>
                <a:gd name="T4" fmla="*/ 0 w 98"/>
                <a:gd name="T5" fmla="*/ 152 h 179"/>
                <a:gd name="T6" fmla="*/ 0 w 98"/>
                <a:gd name="T7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79">
                  <a:moveTo>
                    <a:pt x="0" y="0"/>
                  </a:moveTo>
                  <a:cubicBezTo>
                    <a:pt x="52" y="0"/>
                    <a:pt x="98" y="94"/>
                    <a:pt x="98" y="179"/>
                  </a:cubicBezTo>
                  <a:cubicBezTo>
                    <a:pt x="0" y="152"/>
                    <a:pt x="0" y="152"/>
                    <a:pt x="0" y="1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DABB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4" name="Freeform 70">
              <a:extLst>
                <a:ext uri="{FF2B5EF4-FFF2-40B4-BE49-F238E27FC236}">
                  <a16:creationId xmlns:a16="http://schemas.microsoft.com/office/drawing/2014/main" id="{436F4C9C-D9CF-20B1-C686-56B3C4F225E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941821" y="4722434"/>
              <a:ext cx="987858" cy="1839527"/>
            </a:xfrm>
            <a:custGeom>
              <a:avLst/>
              <a:gdLst>
                <a:gd name="T0" fmla="*/ 0 w 68"/>
                <a:gd name="T1" fmla="*/ 0 h 127"/>
                <a:gd name="T2" fmla="*/ 68 w 68"/>
                <a:gd name="T3" fmla="*/ 127 h 127"/>
                <a:gd name="T4" fmla="*/ 0 w 68"/>
                <a:gd name="T5" fmla="*/ 108 h 127"/>
                <a:gd name="T6" fmla="*/ 0 w 68"/>
                <a:gd name="T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27">
                  <a:moveTo>
                    <a:pt x="0" y="0"/>
                  </a:moveTo>
                  <a:cubicBezTo>
                    <a:pt x="36" y="0"/>
                    <a:pt x="68" y="66"/>
                    <a:pt x="68" y="127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006B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5" name="Freeform 71">
              <a:extLst>
                <a:ext uri="{FF2B5EF4-FFF2-40B4-BE49-F238E27FC236}">
                  <a16:creationId xmlns:a16="http://schemas.microsoft.com/office/drawing/2014/main" id="{767ED4D3-E81D-C373-6EF4-3EA2EB8768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78367" y="5344447"/>
              <a:ext cx="551315" cy="1086995"/>
            </a:xfrm>
            <a:custGeom>
              <a:avLst/>
              <a:gdLst>
                <a:gd name="T0" fmla="*/ 0 w 38"/>
                <a:gd name="T1" fmla="*/ 0 h 75"/>
                <a:gd name="T2" fmla="*/ 38 w 38"/>
                <a:gd name="T3" fmla="*/ 75 h 75"/>
                <a:gd name="T4" fmla="*/ 0 w 38"/>
                <a:gd name="T5" fmla="*/ 65 h 75"/>
                <a:gd name="T6" fmla="*/ 0 w 38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75">
                  <a:moveTo>
                    <a:pt x="0" y="0"/>
                  </a:moveTo>
                  <a:cubicBezTo>
                    <a:pt x="21" y="0"/>
                    <a:pt x="38" y="40"/>
                    <a:pt x="38" y="75"/>
                  </a:cubicBezTo>
                  <a:cubicBezTo>
                    <a:pt x="0" y="65"/>
                    <a:pt x="0" y="65"/>
                    <a:pt x="0" y="6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4616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DD4FF-8238-BE45-E6A2-C7715EA0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19CCFAEB-FAF5-44BC-25FD-56FACBFE2D98}"/>
              </a:ext>
            </a:extLst>
          </p:cNvPr>
          <p:cNvGrpSpPr/>
          <p:nvPr/>
        </p:nvGrpSpPr>
        <p:grpSpPr>
          <a:xfrm>
            <a:off x="6009306" y="1021132"/>
            <a:ext cx="4057919" cy="4043632"/>
            <a:chOff x="1066529" y="3462092"/>
            <a:chExt cx="5771387" cy="5751073"/>
          </a:xfrm>
          <a:effectLst>
            <a:reflection blurRad="6350" stA="50000" endA="300" endPos="18000" dir="5400000" sy="-100000" algn="bl" rotWithShape="0"/>
          </a:effectLst>
        </p:grpSpPr>
        <p:sp>
          <p:nvSpPr>
            <p:cNvPr id="31" name="Freeform 57">
              <a:extLst>
                <a:ext uri="{FF2B5EF4-FFF2-40B4-BE49-F238E27FC236}">
                  <a16:creationId xmlns:a16="http://schemas.microsoft.com/office/drawing/2014/main" id="{01C10EC1-C4AD-B70E-2B94-70D73390A32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66529" y="3462092"/>
              <a:ext cx="5771387" cy="5751073"/>
            </a:xfrm>
            <a:custGeom>
              <a:avLst/>
              <a:gdLst>
                <a:gd name="T0" fmla="*/ 397 w 397"/>
                <a:gd name="T1" fmla="*/ 199 h 397"/>
                <a:gd name="T2" fmla="*/ 199 w 397"/>
                <a:gd name="T3" fmla="*/ 397 h 397"/>
                <a:gd name="T4" fmla="*/ 0 w 397"/>
                <a:gd name="T5" fmla="*/ 199 h 397"/>
                <a:gd name="T6" fmla="*/ 200 w 397"/>
                <a:gd name="T7" fmla="*/ 0 h 397"/>
                <a:gd name="T8" fmla="*/ 397 w 397"/>
                <a:gd name="T9" fmla="*/ 19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7" h="397">
                  <a:moveTo>
                    <a:pt x="397" y="199"/>
                  </a:moveTo>
                  <a:cubicBezTo>
                    <a:pt x="397" y="308"/>
                    <a:pt x="308" y="397"/>
                    <a:pt x="199" y="397"/>
                  </a:cubicBezTo>
                  <a:cubicBezTo>
                    <a:pt x="89" y="397"/>
                    <a:pt x="0" y="308"/>
                    <a:pt x="0" y="199"/>
                  </a:cubicBezTo>
                  <a:cubicBezTo>
                    <a:pt x="0" y="89"/>
                    <a:pt x="90" y="0"/>
                    <a:pt x="200" y="0"/>
                  </a:cubicBezTo>
                  <a:cubicBezTo>
                    <a:pt x="309" y="0"/>
                    <a:pt x="397" y="89"/>
                    <a:pt x="397" y="199"/>
                  </a:cubicBezTo>
                  <a:close/>
                </a:path>
              </a:pathLst>
            </a:custGeom>
            <a:gradFill>
              <a:gsLst>
                <a:gs pos="0">
                  <a:srgbClr val="1A1B4B"/>
                </a:gs>
                <a:gs pos="100000">
                  <a:srgbClr val="1A1B4B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2" name="Line 6">
              <a:extLst>
                <a:ext uri="{FF2B5EF4-FFF2-40B4-BE49-F238E27FC236}">
                  <a16:creationId xmlns:a16="http://schemas.microsoft.com/office/drawing/2014/main" id="{D97583F3-A68B-557B-F180-364F004C41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29678" y="6286645"/>
              <a:ext cx="2516783" cy="377287"/>
            </a:xfrm>
            <a:prstGeom prst="line">
              <a:avLst/>
            </a:prstGeom>
            <a:noFill/>
            <a:ln w="11113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3" name="Line 7">
              <a:extLst>
                <a:ext uri="{FF2B5EF4-FFF2-40B4-BE49-F238E27FC236}">
                  <a16:creationId xmlns:a16="http://schemas.microsoft.com/office/drawing/2014/main" id="{C78E73EE-3D5A-2016-1AD6-4919043A2B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3079" y="6286645"/>
              <a:ext cx="1846599" cy="507809"/>
            </a:xfrm>
            <a:prstGeom prst="line">
              <a:avLst/>
            </a:prstGeom>
            <a:noFill/>
            <a:ln w="11113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787B7414-F4C2-C216-9703-44785C5071B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29678" y="3462092"/>
              <a:ext cx="2516783" cy="3201839"/>
            </a:xfrm>
            <a:custGeom>
              <a:avLst/>
              <a:gdLst>
                <a:gd name="T0" fmla="*/ 0 w 173"/>
                <a:gd name="T1" fmla="*/ 221 h 221"/>
                <a:gd name="T2" fmla="*/ 173 w 173"/>
                <a:gd name="T3" fmla="*/ 0 h 221"/>
                <a:gd name="T4" fmla="*/ 173 w 173"/>
                <a:gd name="T5" fmla="*/ 195 h 221"/>
                <a:gd name="T6" fmla="*/ 0 w 173"/>
                <a:gd name="T7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221">
                  <a:moveTo>
                    <a:pt x="0" y="221"/>
                  </a:moveTo>
                  <a:cubicBezTo>
                    <a:pt x="0" y="111"/>
                    <a:pt x="82" y="0"/>
                    <a:pt x="173" y="0"/>
                  </a:cubicBezTo>
                  <a:cubicBezTo>
                    <a:pt x="173" y="195"/>
                    <a:pt x="173" y="195"/>
                    <a:pt x="173" y="195"/>
                  </a:cubicBezTo>
                  <a:lnTo>
                    <a:pt x="0" y="221"/>
                  </a:lnTo>
                  <a:close/>
                </a:path>
              </a:pathLst>
            </a:custGeom>
            <a:solidFill>
              <a:srgbClr val="9400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id="{3BCB5655-CB0D-90EE-D815-7823275EE6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29678" y="4084106"/>
              <a:ext cx="1934726" cy="2492131"/>
            </a:xfrm>
            <a:custGeom>
              <a:avLst/>
              <a:gdLst>
                <a:gd name="T0" fmla="*/ 0 w 133"/>
                <a:gd name="T1" fmla="*/ 172 h 172"/>
                <a:gd name="T2" fmla="*/ 133 w 133"/>
                <a:gd name="T3" fmla="*/ 0 h 172"/>
                <a:gd name="T4" fmla="*/ 133 w 133"/>
                <a:gd name="T5" fmla="*/ 152 h 172"/>
                <a:gd name="T6" fmla="*/ 0 w 133"/>
                <a:gd name="T7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" h="172">
                  <a:moveTo>
                    <a:pt x="0" y="172"/>
                  </a:moveTo>
                  <a:cubicBezTo>
                    <a:pt x="0" y="87"/>
                    <a:pt x="63" y="0"/>
                    <a:pt x="133" y="0"/>
                  </a:cubicBezTo>
                  <a:cubicBezTo>
                    <a:pt x="133" y="152"/>
                    <a:pt x="133" y="152"/>
                    <a:pt x="133" y="152"/>
                  </a:cubicBezTo>
                  <a:lnTo>
                    <a:pt x="0" y="172"/>
                  </a:lnTo>
                  <a:close/>
                </a:path>
              </a:pathLst>
            </a:custGeom>
            <a:solidFill>
              <a:srgbClr val="00F5D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id="{3694AC47-223D-F75B-2ACB-BAEE2D8062B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29678" y="4722433"/>
              <a:ext cx="1352669" cy="1768149"/>
            </a:xfrm>
            <a:custGeom>
              <a:avLst/>
              <a:gdLst>
                <a:gd name="T0" fmla="*/ 0 w 93"/>
                <a:gd name="T1" fmla="*/ 122 h 122"/>
                <a:gd name="T2" fmla="*/ 93 w 93"/>
                <a:gd name="T3" fmla="*/ 0 h 122"/>
                <a:gd name="T4" fmla="*/ 93 w 93"/>
                <a:gd name="T5" fmla="*/ 108 h 122"/>
                <a:gd name="T6" fmla="*/ 0 w 93"/>
                <a:gd name="T7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122">
                  <a:moveTo>
                    <a:pt x="0" y="122"/>
                  </a:moveTo>
                  <a:cubicBezTo>
                    <a:pt x="0" y="61"/>
                    <a:pt x="44" y="0"/>
                    <a:pt x="93" y="0"/>
                  </a:cubicBezTo>
                  <a:cubicBezTo>
                    <a:pt x="93" y="108"/>
                    <a:pt x="93" y="108"/>
                    <a:pt x="93" y="108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F007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7" name="Freeform 63">
              <a:extLst>
                <a:ext uri="{FF2B5EF4-FFF2-40B4-BE49-F238E27FC236}">
                  <a16:creationId xmlns:a16="http://schemas.microsoft.com/office/drawing/2014/main" id="{0F88B9C6-8B31-710D-790C-5BF20ABA49E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29678" y="5344447"/>
              <a:ext cx="770611" cy="1058443"/>
            </a:xfrm>
            <a:custGeom>
              <a:avLst/>
              <a:gdLst>
                <a:gd name="T0" fmla="*/ 0 w 53"/>
                <a:gd name="T1" fmla="*/ 73 h 73"/>
                <a:gd name="T2" fmla="*/ 53 w 53"/>
                <a:gd name="T3" fmla="*/ 0 h 73"/>
                <a:gd name="T4" fmla="*/ 53 w 53"/>
                <a:gd name="T5" fmla="*/ 65 h 73"/>
                <a:gd name="T6" fmla="*/ 0 w 53"/>
                <a:gd name="T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73">
                  <a:moveTo>
                    <a:pt x="0" y="73"/>
                  </a:moveTo>
                  <a:cubicBezTo>
                    <a:pt x="0" y="37"/>
                    <a:pt x="25" y="0"/>
                    <a:pt x="53" y="0"/>
                  </a:cubicBezTo>
                  <a:cubicBezTo>
                    <a:pt x="53" y="65"/>
                    <a:pt x="53" y="65"/>
                    <a:pt x="53" y="65"/>
                  </a:cubicBezTo>
                  <a:lnTo>
                    <a:pt x="0" y="73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8" name="Freeform 64">
              <a:extLst>
                <a:ext uri="{FF2B5EF4-FFF2-40B4-BE49-F238E27FC236}">
                  <a16:creationId xmlns:a16="http://schemas.microsoft.com/office/drawing/2014/main" id="{0EDE4061-82D2-191A-E210-82282685E6C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083078" y="6286645"/>
              <a:ext cx="4363382" cy="638329"/>
            </a:xfrm>
            <a:custGeom>
              <a:avLst/>
              <a:gdLst>
                <a:gd name="T0" fmla="*/ 0 w 300"/>
                <a:gd name="T1" fmla="*/ 26 h 44"/>
                <a:gd name="T2" fmla="*/ 172 w 300"/>
                <a:gd name="T3" fmla="*/ 44 h 44"/>
                <a:gd name="T4" fmla="*/ 300 w 300"/>
                <a:gd name="T5" fmla="*/ 35 h 44"/>
                <a:gd name="T6" fmla="*/ 173 w 300"/>
                <a:gd name="T7" fmla="*/ 0 h 44"/>
                <a:gd name="T8" fmla="*/ 0 w 300"/>
                <a:gd name="T9" fmla="*/ 2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44">
                  <a:moveTo>
                    <a:pt x="0" y="26"/>
                  </a:moveTo>
                  <a:cubicBezTo>
                    <a:pt x="34" y="37"/>
                    <a:pt x="98" y="44"/>
                    <a:pt x="172" y="44"/>
                  </a:cubicBezTo>
                  <a:cubicBezTo>
                    <a:pt x="221" y="44"/>
                    <a:pt x="266" y="41"/>
                    <a:pt x="300" y="35"/>
                  </a:cubicBezTo>
                  <a:cubicBezTo>
                    <a:pt x="173" y="0"/>
                    <a:pt x="173" y="0"/>
                    <a:pt x="173" y="0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rgbClr val="9400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39" name="Freeform 65">
              <a:extLst>
                <a:ext uri="{FF2B5EF4-FFF2-40B4-BE49-F238E27FC236}">
                  <a16:creationId xmlns:a16="http://schemas.microsoft.com/office/drawing/2014/main" id="{A1309BB2-806B-C58B-E11A-6071E8789F5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276" y="6286645"/>
              <a:ext cx="3359128" cy="493532"/>
            </a:xfrm>
            <a:custGeom>
              <a:avLst/>
              <a:gdLst>
                <a:gd name="T0" fmla="*/ 0 w 231"/>
                <a:gd name="T1" fmla="*/ 20 h 34"/>
                <a:gd name="T2" fmla="*/ 132 w 231"/>
                <a:gd name="T3" fmla="*/ 34 h 34"/>
                <a:gd name="T4" fmla="*/ 231 w 231"/>
                <a:gd name="T5" fmla="*/ 27 h 34"/>
                <a:gd name="T6" fmla="*/ 133 w 231"/>
                <a:gd name="T7" fmla="*/ 0 h 34"/>
                <a:gd name="T8" fmla="*/ 0 w 231"/>
                <a:gd name="T9" fmla="*/ 2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" h="34">
                  <a:moveTo>
                    <a:pt x="0" y="20"/>
                  </a:moveTo>
                  <a:cubicBezTo>
                    <a:pt x="27" y="28"/>
                    <a:pt x="76" y="34"/>
                    <a:pt x="132" y="34"/>
                  </a:cubicBezTo>
                  <a:cubicBezTo>
                    <a:pt x="170" y="34"/>
                    <a:pt x="204" y="31"/>
                    <a:pt x="231" y="27"/>
                  </a:cubicBezTo>
                  <a:cubicBezTo>
                    <a:pt x="133" y="0"/>
                    <a:pt x="133" y="0"/>
                    <a:pt x="133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00F5D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0" name="Freeform 66">
              <a:extLst>
                <a:ext uri="{FF2B5EF4-FFF2-40B4-BE49-F238E27FC236}">
                  <a16:creationId xmlns:a16="http://schemas.microsoft.com/office/drawing/2014/main" id="{26DB3645-2E95-EE3A-B2B4-CD56E2D8DD3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941820" y="6286645"/>
              <a:ext cx="2340527" cy="334460"/>
            </a:xfrm>
            <a:custGeom>
              <a:avLst/>
              <a:gdLst>
                <a:gd name="T0" fmla="*/ 161 w 161"/>
                <a:gd name="T1" fmla="*/ 19 h 23"/>
                <a:gd name="T2" fmla="*/ 92 w 161"/>
                <a:gd name="T3" fmla="*/ 23 h 23"/>
                <a:gd name="T4" fmla="*/ 0 w 161"/>
                <a:gd name="T5" fmla="*/ 14 h 23"/>
                <a:gd name="T6" fmla="*/ 93 w 161"/>
                <a:gd name="T7" fmla="*/ 0 h 23"/>
                <a:gd name="T8" fmla="*/ 161 w 161"/>
                <a:gd name="T9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23">
                  <a:moveTo>
                    <a:pt x="161" y="19"/>
                  </a:moveTo>
                  <a:cubicBezTo>
                    <a:pt x="142" y="21"/>
                    <a:pt x="118" y="23"/>
                    <a:pt x="92" y="23"/>
                  </a:cubicBezTo>
                  <a:cubicBezTo>
                    <a:pt x="54" y="23"/>
                    <a:pt x="20" y="19"/>
                    <a:pt x="0" y="14"/>
                  </a:cubicBezTo>
                  <a:cubicBezTo>
                    <a:pt x="93" y="0"/>
                    <a:pt x="93" y="0"/>
                    <a:pt x="93" y="0"/>
                  </a:cubicBezTo>
                  <a:lnTo>
                    <a:pt x="161" y="19"/>
                  </a:lnTo>
                  <a:close/>
                </a:path>
              </a:pathLst>
            </a:custGeom>
            <a:solidFill>
              <a:srgbClr val="FF007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1" name="Freeform 67">
              <a:extLst>
                <a:ext uri="{FF2B5EF4-FFF2-40B4-BE49-F238E27FC236}">
                  <a16:creationId xmlns:a16="http://schemas.microsoft.com/office/drawing/2014/main" id="{1F44D85A-CB8B-DF60-D0E5-9B6369FAB11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78363" y="6286645"/>
              <a:ext cx="1321927" cy="187624"/>
            </a:xfrm>
            <a:custGeom>
              <a:avLst/>
              <a:gdLst>
                <a:gd name="T0" fmla="*/ 0 w 91"/>
                <a:gd name="T1" fmla="*/ 8 h 13"/>
                <a:gd name="T2" fmla="*/ 53 w 91"/>
                <a:gd name="T3" fmla="*/ 13 h 13"/>
                <a:gd name="T4" fmla="*/ 91 w 91"/>
                <a:gd name="T5" fmla="*/ 10 h 13"/>
                <a:gd name="T6" fmla="*/ 53 w 91"/>
                <a:gd name="T7" fmla="*/ 0 h 13"/>
                <a:gd name="T8" fmla="*/ 0 w 91"/>
                <a:gd name="T9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3">
                  <a:moveTo>
                    <a:pt x="0" y="8"/>
                  </a:moveTo>
                  <a:cubicBezTo>
                    <a:pt x="13" y="11"/>
                    <a:pt x="32" y="13"/>
                    <a:pt x="53" y="13"/>
                  </a:cubicBezTo>
                  <a:cubicBezTo>
                    <a:pt x="67" y="13"/>
                    <a:pt x="80" y="12"/>
                    <a:pt x="91" y="10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2" name="Freeform 68">
              <a:extLst>
                <a:ext uri="{FF2B5EF4-FFF2-40B4-BE49-F238E27FC236}">
                  <a16:creationId xmlns:a16="http://schemas.microsoft.com/office/drawing/2014/main" id="{31DAF19A-C707-21FE-611E-2B8E3C60FF4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083079" y="3462092"/>
              <a:ext cx="1846599" cy="3332359"/>
            </a:xfrm>
            <a:custGeom>
              <a:avLst/>
              <a:gdLst>
                <a:gd name="T0" fmla="*/ 0 w 127"/>
                <a:gd name="T1" fmla="*/ 0 h 230"/>
                <a:gd name="T2" fmla="*/ 127 w 127"/>
                <a:gd name="T3" fmla="*/ 230 h 230"/>
                <a:gd name="T4" fmla="*/ 0 w 127"/>
                <a:gd name="T5" fmla="*/ 195 h 230"/>
                <a:gd name="T6" fmla="*/ 0 w 127"/>
                <a:gd name="T7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230">
                  <a:moveTo>
                    <a:pt x="0" y="0"/>
                  </a:moveTo>
                  <a:cubicBezTo>
                    <a:pt x="67" y="0"/>
                    <a:pt x="127" y="120"/>
                    <a:pt x="127" y="230"/>
                  </a:cubicBezTo>
                  <a:cubicBezTo>
                    <a:pt x="0" y="195"/>
                    <a:pt x="0" y="195"/>
                    <a:pt x="0" y="19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A00B0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3" name="Freeform 69">
              <a:extLst>
                <a:ext uri="{FF2B5EF4-FFF2-40B4-BE49-F238E27FC236}">
                  <a16:creationId xmlns:a16="http://schemas.microsoft.com/office/drawing/2014/main" id="{093AAF9E-F937-3392-40A5-B39D8C30F1B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276" y="4084108"/>
              <a:ext cx="1424401" cy="2594101"/>
            </a:xfrm>
            <a:custGeom>
              <a:avLst/>
              <a:gdLst>
                <a:gd name="T0" fmla="*/ 0 w 98"/>
                <a:gd name="T1" fmla="*/ 0 h 179"/>
                <a:gd name="T2" fmla="*/ 98 w 98"/>
                <a:gd name="T3" fmla="*/ 179 h 179"/>
                <a:gd name="T4" fmla="*/ 0 w 98"/>
                <a:gd name="T5" fmla="*/ 152 h 179"/>
                <a:gd name="T6" fmla="*/ 0 w 98"/>
                <a:gd name="T7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79">
                  <a:moveTo>
                    <a:pt x="0" y="0"/>
                  </a:moveTo>
                  <a:cubicBezTo>
                    <a:pt x="52" y="0"/>
                    <a:pt x="98" y="94"/>
                    <a:pt x="98" y="179"/>
                  </a:cubicBezTo>
                  <a:cubicBezTo>
                    <a:pt x="0" y="152"/>
                    <a:pt x="0" y="152"/>
                    <a:pt x="0" y="1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DABB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4" name="Freeform 70">
              <a:extLst>
                <a:ext uri="{FF2B5EF4-FFF2-40B4-BE49-F238E27FC236}">
                  <a16:creationId xmlns:a16="http://schemas.microsoft.com/office/drawing/2014/main" id="{FC7C7C2F-6F99-66D3-2B7F-C2609140F6B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941821" y="4722434"/>
              <a:ext cx="987858" cy="1839527"/>
            </a:xfrm>
            <a:custGeom>
              <a:avLst/>
              <a:gdLst>
                <a:gd name="T0" fmla="*/ 0 w 68"/>
                <a:gd name="T1" fmla="*/ 0 h 127"/>
                <a:gd name="T2" fmla="*/ 68 w 68"/>
                <a:gd name="T3" fmla="*/ 127 h 127"/>
                <a:gd name="T4" fmla="*/ 0 w 68"/>
                <a:gd name="T5" fmla="*/ 108 h 127"/>
                <a:gd name="T6" fmla="*/ 0 w 68"/>
                <a:gd name="T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27">
                  <a:moveTo>
                    <a:pt x="0" y="0"/>
                  </a:moveTo>
                  <a:cubicBezTo>
                    <a:pt x="36" y="0"/>
                    <a:pt x="68" y="66"/>
                    <a:pt x="68" y="127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006B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5" name="Freeform 71">
              <a:extLst>
                <a:ext uri="{FF2B5EF4-FFF2-40B4-BE49-F238E27FC236}">
                  <a16:creationId xmlns:a16="http://schemas.microsoft.com/office/drawing/2014/main" id="{8E9D3298-0763-E5D3-BB1F-D9D49B2EA2B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78367" y="5344447"/>
              <a:ext cx="551315" cy="1086995"/>
            </a:xfrm>
            <a:custGeom>
              <a:avLst/>
              <a:gdLst>
                <a:gd name="T0" fmla="*/ 0 w 38"/>
                <a:gd name="T1" fmla="*/ 0 h 75"/>
                <a:gd name="T2" fmla="*/ 38 w 38"/>
                <a:gd name="T3" fmla="*/ 75 h 75"/>
                <a:gd name="T4" fmla="*/ 0 w 38"/>
                <a:gd name="T5" fmla="*/ 65 h 75"/>
                <a:gd name="T6" fmla="*/ 0 w 38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75">
                  <a:moveTo>
                    <a:pt x="0" y="0"/>
                  </a:moveTo>
                  <a:cubicBezTo>
                    <a:pt x="21" y="0"/>
                    <a:pt x="38" y="40"/>
                    <a:pt x="38" y="75"/>
                  </a:cubicBezTo>
                  <a:cubicBezTo>
                    <a:pt x="0" y="65"/>
                    <a:pt x="0" y="65"/>
                    <a:pt x="0" y="6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B28C7D8-0F9E-3E46-7472-A7E989A4ABEF}"/>
              </a:ext>
            </a:extLst>
          </p:cNvPr>
          <p:cNvSpPr txBox="1"/>
          <p:nvPr/>
        </p:nvSpPr>
        <p:spPr>
          <a:xfrm>
            <a:off x="6577263" y="3721768"/>
            <a:ext cx="31121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D3D3D3"/>
                </a:solidFill>
              </a:rPr>
              <a:t>Moon Onyx Labs</a:t>
            </a:r>
          </a:p>
        </p:txBody>
      </p:sp>
    </p:spTree>
    <p:extLst>
      <p:ext uri="{BB962C8B-B14F-4D97-AF65-F5344CB8AC3E}">
        <p14:creationId xmlns:p14="http://schemas.microsoft.com/office/powerpoint/2010/main" val="2100207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4235D-7BD7-AEDA-A021-09454969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FDB0BC3-AA35-C9E0-E067-9E82E594313A}"/>
              </a:ext>
            </a:extLst>
          </p:cNvPr>
          <p:cNvGrpSpPr/>
          <p:nvPr/>
        </p:nvGrpSpPr>
        <p:grpSpPr>
          <a:xfrm>
            <a:off x="6009306" y="1021132"/>
            <a:ext cx="4057919" cy="4043632"/>
            <a:chOff x="6009306" y="1021132"/>
            <a:chExt cx="4057919" cy="404363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D30B949-9B58-0893-6090-3E789E0D5BB7}"/>
                </a:ext>
              </a:extLst>
            </p:cNvPr>
            <p:cNvGrpSpPr/>
            <p:nvPr/>
          </p:nvGrpSpPr>
          <p:grpSpPr>
            <a:xfrm>
              <a:off x="6009306" y="1021132"/>
              <a:ext cx="4057919" cy="4043632"/>
              <a:chOff x="1066529" y="3462092"/>
              <a:chExt cx="5771387" cy="5751073"/>
            </a:xfrm>
            <a:effectLst>
              <a:reflection blurRad="6350" stA="50000" endA="300" endPos="18000" dir="5400000" sy="-100000" algn="bl" rotWithShape="0"/>
            </a:effectLst>
          </p:grpSpPr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A0DD9681-25B2-2F5E-6696-7A9C4E6FA37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066529" y="3462092"/>
                <a:ext cx="5771387" cy="5751073"/>
              </a:xfrm>
              <a:custGeom>
                <a:avLst/>
                <a:gdLst>
                  <a:gd name="T0" fmla="*/ 397 w 397"/>
                  <a:gd name="T1" fmla="*/ 199 h 397"/>
                  <a:gd name="T2" fmla="*/ 199 w 397"/>
                  <a:gd name="T3" fmla="*/ 397 h 397"/>
                  <a:gd name="T4" fmla="*/ 0 w 397"/>
                  <a:gd name="T5" fmla="*/ 199 h 397"/>
                  <a:gd name="T6" fmla="*/ 200 w 397"/>
                  <a:gd name="T7" fmla="*/ 0 h 397"/>
                  <a:gd name="T8" fmla="*/ 397 w 397"/>
                  <a:gd name="T9" fmla="*/ 199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7" h="397">
                    <a:moveTo>
                      <a:pt x="397" y="199"/>
                    </a:moveTo>
                    <a:cubicBezTo>
                      <a:pt x="397" y="308"/>
                      <a:pt x="308" y="397"/>
                      <a:pt x="199" y="397"/>
                    </a:cubicBezTo>
                    <a:cubicBezTo>
                      <a:pt x="89" y="397"/>
                      <a:pt x="0" y="308"/>
                      <a:pt x="0" y="199"/>
                    </a:cubicBezTo>
                    <a:cubicBezTo>
                      <a:pt x="0" y="89"/>
                      <a:pt x="90" y="0"/>
                      <a:pt x="200" y="0"/>
                    </a:cubicBezTo>
                    <a:cubicBezTo>
                      <a:pt x="309" y="0"/>
                      <a:pt x="397" y="89"/>
                      <a:pt x="397" y="1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1A1B4B"/>
                  </a:gs>
                  <a:gs pos="100000">
                    <a:srgbClr val="1A1B4B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2" name="Line 6">
                <a:extLst>
                  <a:ext uri="{FF2B5EF4-FFF2-40B4-BE49-F238E27FC236}">
                    <a16:creationId xmlns:a16="http://schemas.microsoft.com/office/drawing/2014/main" id="{80D5B663-C427-EB1F-A39C-7D54BFDBF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29678" y="6286645"/>
                <a:ext cx="2516783" cy="377287"/>
              </a:xfrm>
              <a:prstGeom prst="line">
                <a:avLst/>
              </a:prstGeom>
              <a:noFill/>
              <a:ln w="11113" cap="flat">
                <a:noFill/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3" name="Line 7">
                <a:extLst>
                  <a:ext uri="{FF2B5EF4-FFF2-40B4-BE49-F238E27FC236}">
                    <a16:creationId xmlns:a16="http://schemas.microsoft.com/office/drawing/2014/main" id="{99F0DC9E-8689-6399-BE4B-304EEBF508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83079" y="6286645"/>
                <a:ext cx="1846599" cy="507809"/>
              </a:xfrm>
              <a:prstGeom prst="line">
                <a:avLst/>
              </a:prstGeom>
              <a:noFill/>
              <a:ln w="11113" cap="flat">
                <a:noFill/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4" name="Freeform 60">
                <a:extLst>
                  <a:ext uri="{FF2B5EF4-FFF2-40B4-BE49-F238E27FC236}">
                    <a16:creationId xmlns:a16="http://schemas.microsoft.com/office/drawing/2014/main" id="{97F85D7D-E35A-68F5-DADE-C1BC99673A6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929678" y="3462092"/>
                <a:ext cx="2516783" cy="3201839"/>
              </a:xfrm>
              <a:custGeom>
                <a:avLst/>
                <a:gdLst>
                  <a:gd name="T0" fmla="*/ 0 w 173"/>
                  <a:gd name="T1" fmla="*/ 221 h 221"/>
                  <a:gd name="T2" fmla="*/ 173 w 173"/>
                  <a:gd name="T3" fmla="*/ 0 h 221"/>
                  <a:gd name="T4" fmla="*/ 173 w 173"/>
                  <a:gd name="T5" fmla="*/ 195 h 221"/>
                  <a:gd name="T6" fmla="*/ 0 w 173"/>
                  <a:gd name="T7" fmla="*/ 22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3" h="221">
                    <a:moveTo>
                      <a:pt x="0" y="221"/>
                    </a:moveTo>
                    <a:cubicBezTo>
                      <a:pt x="0" y="111"/>
                      <a:pt x="82" y="0"/>
                      <a:pt x="173" y="0"/>
                    </a:cubicBezTo>
                    <a:cubicBezTo>
                      <a:pt x="173" y="195"/>
                      <a:pt x="173" y="195"/>
                      <a:pt x="173" y="195"/>
                    </a:cubicBezTo>
                    <a:lnTo>
                      <a:pt x="0" y="221"/>
                    </a:lnTo>
                    <a:close/>
                  </a:path>
                </a:pathLst>
              </a:custGeom>
              <a:solidFill>
                <a:srgbClr val="9400D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5" name="Freeform 61">
                <a:extLst>
                  <a:ext uri="{FF2B5EF4-FFF2-40B4-BE49-F238E27FC236}">
                    <a16:creationId xmlns:a16="http://schemas.microsoft.com/office/drawing/2014/main" id="{2E9F2E2B-BACB-344D-F9A9-EC0F22D9B79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929678" y="4084106"/>
                <a:ext cx="1934726" cy="2492131"/>
              </a:xfrm>
              <a:custGeom>
                <a:avLst/>
                <a:gdLst>
                  <a:gd name="T0" fmla="*/ 0 w 133"/>
                  <a:gd name="T1" fmla="*/ 172 h 172"/>
                  <a:gd name="T2" fmla="*/ 133 w 133"/>
                  <a:gd name="T3" fmla="*/ 0 h 172"/>
                  <a:gd name="T4" fmla="*/ 133 w 133"/>
                  <a:gd name="T5" fmla="*/ 152 h 172"/>
                  <a:gd name="T6" fmla="*/ 0 w 133"/>
                  <a:gd name="T7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172">
                    <a:moveTo>
                      <a:pt x="0" y="172"/>
                    </a:moveTo>
                    <a:cubicBezTo>
                      <a:pt x="0" y="87"/>
                      <a:pt x="63" y="0"/>
                      <a:pt x="133" y="0"/>
                    </a:cubicBezTo>
                    <a:cubicBezTo>
                      <a:pt x="133" y="152"/>
                      <a:pt x="133" y="152"/>
                      <a:pt x="133" y="152"/>
                    </a:cubicBezTo>
                    <a:lnTo>
                      <a:pt x="0" y="172"/>
                    </a:lnTo>
                    <a:close/>
                  </a:path>
                </a:pathLst>
              </a:custGeom>
              <a:solidFill>
                <a:srgbClr val="00F5D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6" name="Freeform 62">
                <a:extLst>
                  <a:ext uri="{FF2B5EF4-FFF2-40B4-BE49-F238E27FC236}">
                    <a16:creationId xmlns:a16="http://schemas.microsoft.com/office/drawing/2014/main" id="{5617A9C4-31B5-AE36-50CF-C52F1AF8DA9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929678" y="4722433"/>
                <a:ext cx="1352669" cy="1768149"/>
              </a:xfrm>
              <a:custGeom>
                <a:avLst/>
                <a:gdLst>
                  <a:gd name="T0" fmla="*/ 0 w 93"/>
                  <a:gd name="T1" fmla="*/ 122 h 122"/>
                  <a:gd name="T2" fmla="*/ 93 w 93"/>
                  <a:gd name="T3" fmla="*/ 0 h 122"/>
                  <a:gd name="T4" fmla="*/ 93 w 93"/>
                  <a:gd name="T5" fmla="*/ 108 h 122"/>
                  <a:gd name="T6" fmla="*/ 0 w 93"/>
                  <a:gd name="T7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3" h="122">
                    <a:moveTo>
                      <a:pt x="0" y="122"/>
                    </a:moveTo>
                    <a:cubicBezTo>
                      <a:pt x="0" y="61"/>
                      <a:pt x="44" y="0"/>
                      <a:pt x="93" y="0"/>
                    </a:cubicBezTo>
                    <a:cubicBezTo>
                      <a:pt x="93" y="108"/>
                      <a:pt x="93" y="108"/>
                      <a:pt x="93" y="108"/>
                    </a:cubicBezTo>
                    <a:lnTo>
                      <a:pt x="0" y="122"/>
                    </a:lnTo>
                    <a:close/>
                  </a:path>
                </a:pathLst>
              </a:custGeom>
              <a:solidFill>
                <a:srgbClr val="FF007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7" name="Freeform 63">
                <a:extLst>
                  <a:ext uri="{FF2B5EF4-FFF2-40B4-BE49-F238E27FC236}">
                    <a16:creationId xmlns:a16="http://schemas.microsoft.com/office/drawing/2014/main" id="{F4249480-1B8A-776B-8948-C0A7D95B620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929678" y="5344447"/>
                <a:ext cx="770611" cy="1058443"/>
              </a:xfrm>
              <a:custGeom>
                <a:avLst/>
                <a:gdLst>
                  <a:gd name="T0" fmla="*/ 0 w 53"/>
                  <a:gd name="T1" fmla="*/ 73 h 73"/>
                  <a:gd name="T2" fmla="*/ 53 w 53"/>
                  <a:gd name="T3" fmla="*/ 0 h 73"/>
                  <a:gd name="T4" fmla="*/ 53 w 53"/>
                  <a:gd name="T5" fmla="*/ 65 h 73"/>
                  <a:gd name="T6" fmla="*/ 0 w 53"/>
                  <a:gd name="T7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73">
                    <a:moveTo>
                      <a:pt x="0" y="73"/>
                    </a:moveTo>
                    <a:cubicBezTo>
                      <a:pt x="0" y="37"/>
                      <a:pt x="25" y="0"/>
                      <a:pt x="53" y="0"/>
                    </a:cubicBezTo>
                    <a:cubicBezTo>
                      <a:pt x="53" y="65"/>
                      <a:pt x="53" y="65"/>
                      <a:pt x="53" y="65"/>
                    </a:cubicBez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D3D3D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25E5D857-2F43-6CFE-D21F-076B41E4F76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083078" y="6286645"/>
                <a:ext cx="4363382" cy="638329"/>
              </a:xfrm>
              <a:custGeom>
                <a:avLst/>
                <a:gdLst>
                  <a:gd name="T0" fmla="*/ 0 w 300"/>
                  <a:gd name="T1" fmla="*/ 26 h 44"/>
                  <a:gd name="T2" fmla="*/ 172 w 300"/>
                  <a:gd name="T3" fmla="*/ 44 h 44"/>
                  <a:gd name="T4" fmla="*/ 300 w 300"/>
                  <a:gd name="T5" fmla="*/ 35 h 44"/>
                  <a:gd name="T6" fmla="*/ 173 w 300"/>
                  <a:gd name="T7" fmla="*/ 0 h 44"/>
                  <a:gd name="T8" fmla="*/ 0 w 300"/>
                  <a:gd name="T9" fmla="*/ 2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0" h="44">
                    <a:moveTo>
                      <a:pt x="0" y="26"/>
                    </a:moveTo>
                    <a:cubicBezTo>
                      <a:pt x="34" y="37"/>
                      <a:pt x="98" y="44"/>
                      <a:pt x="172" y="44"/>
                    </a:cubicBezTo>
                    <a:cubicBezTo>
                      <a:pt x="221" y="44"/>
                      <a:pt x="266" y="41"/>
                      <a:pt x="300" y="35"/>
                    </a:cubicBezTo>
                    <a:cubicBezTo>
                      <a:pt x="173" y="0"/>
                      <a:pt x="173" y="0"/>
                      <a:pt x="173" y="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9400D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9" name="Freeform 65">
                <a:extLst>
                  <a:ext uri="{FF2B5EF4-FFF2-40B4-BE49-F238E27FC236}">
                    <a16:creationId xmlns:a16="http://schemas.microsoft.com/office/drawing/2014/main" id="{50751758-F131-2DD9-1D1E-EC6C73EB2DE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505276" y="6286645"/>
                <a:ext cx="3359128" cy="493532"/>
              </a:xfrm>
              <a:custGeom>
                <a:avLst/>
                <a:gdLst>
                  <a:gd name="T0" fmla="*/ 0 w 231"/>
                  <a:gd name="T1" fmla="*/ 20 h 34"/>
                  <a:gd name="T2" fmla="*/ 132 w 231"/>
                  <a:gd name="T3" fmla="*/ 34 h 34"/>
                  <a:gd name="T4" fmla="*/ 231 w 231"/>
                  <a:gd name="T5" fmla="*/ 27 h 34"/>
                  <a:gd name="T6" fmla="*/ 133 w 231"/>
                  <a:gd name="T7" fmla="*/ 0 h 34"/>
                  <a:gd name="T8" fmla="*/ 0 w 231"/>
                  <a:gd name="T9" fmla="*/ 2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34">
                    <a:moveTo>
                      <a:pt x="0" y="20"/>
                    </a:moveTo>
                    <a:cubicBezTo>
                      <a:pt x="27" y="28"/>
                      <a:pt x="76" y="34"/>
                      <a:pt x="132" y="34"/>
                    </a:cubicBezTo>
                    <a:cubicBezTo>
                      <a:pt x="170" y="34"/>
                      <a:pt x="204" y="31"/>
                      <a:pt x="231" y="27"/>
                    </a:cubicBezTo>
                    <a:cubicBezTo>
                      <a:pt x="133" y="0"/>
                      <a:pt x="133" y="0"/>
                      <a:pt x="133" y="0"/>
                    </a:cubicBez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00F5D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40" name="Freeform 66">
                <a:extLst>
                  <a:ext uri="{FF2B5EF4-FFF2-40B4-BE49-F238E27FC236}">
                    <a16:creationId xmlns:a16="http://schemas.microsoft.com/office/drawing/2014/main" id="{170124E9-2A81-AFA0-7671-F918767F34B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941820" y="6286645"/>
                <a:ext cx="2340527" cy="334460"/>
              </a:xfrm>
              <a:custGeom>
                <a:avLst/>
                <a:gdLst>
                  <a:gd name="T0" fmla="*/ 161 w 161"/>
                  <a:gd name="T1" fmla="*/ 19 h 23"/>
                  <a:gd name="T2" fmla="*/ 92 w 161"/>
                  <a:gd name="T3" fmla="*/ 23 h 23"/>
                  <a:gd name="T4" fmla="*/ 0 w 161"/>
                  <a:gd name="T5" fmla="*/ 14 h 23"/>
                  <a:gd name="T6" fmla="*/ 93 w 161"/>
                  <a:gd name="T7" fmla="*/ 0 h 23"/>
                  <a:gd name="T8" fmla="*/ 161 w 161"/>
                  <a:gd name="T9" fmla="*/ 1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1" h="23">
                    <a:moveTo>
                      <a:pt x="161" y="19"/>
                    </a:moveTo>
                    <a:cubicBezTo>
                      <a:pt x="142" y="21"/>
                      <a:pt x="118" y="23"/>
                      <a:pt x="92" y="23"/>
                    </a:cubicBezTo>
                    <a:cubicBezTo>
                      <a:pt x="54" y="23"/>
                      <a:pt x="20" y="19"/>
                      <a:pt x="0" y="14"/>
                    </a:cubicBezTo>
                    <a:cubicBezTo>
                      <a:pt x="93" y="0"/>
                      <a:pt x="93" y="0"/>
                      <a:pt x="93" y="0"/>
                    </a:cubicBezTo>
                    <a:lnTo>
                      <a:pt x="161" y="19"/>
                    </a:lnTo>
                    <a:close/>
                  </a:path>
                </a:pathLst>
              </a:custGeom>
              <a:solidFill>
                <a:srgbClr val="FF007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41" name="Freeform 67">
                <a:extLst>
                  <a:ext uri="{FF2B5EF4-FFF2-40B4-BE49-F238E27FC236}">
                    <a16:creationId xmlns:a16="http://schemas.microsoft.com/office/drawing/2014/main" id="{7BA1F8CD-F9D6-71E3-F25C-81BF2C5B7CF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378363" y="6286645"/>
                <a:ext cx="1321927" cy="187624"/>
              </a:xfrm>
              <a:custGeom>
                <a:avLst/>
                <a:gdLst>
                  <a:gd name="T0" fmla="*/ 0 w 91"/>
                  <a:gd name="T1" fmla="*/ 8 h 13"/>
                  <a:gd name="T2" fmla="*/ 53 w 91"/>
                  <a:gd name="T3" fmla="*/ 13 h 13"/>
                  <a:gd name="T4" fmla="*/ 91 w 91"/>
                  <a:gd name="T5" fmla="*/ 10 h 13"/>
                  <a:gd name="T6" fmla="*/ 53 w 91"/>
                  <a:gd name="T7" fmla="*/ 0 h 13"/>
                  <a:gd name="T8" fmla="*/ 0 w 91"/>
                  <a:gd name="T9" fmla="*/ 8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13">
                    <a:moveTo>
                      <a:pt x="0" y="8"/>
                    </a:moveTo>
                    <a:cubicBezTo>
                      <a:pt x="13" y="11"/>
                      <a:pt x="32" y="13"/>
                      <a:pt x="53" y="13"/>
                    </a:cubicBezTo>
                    <a:cubicBezTo>
                      <a:pt x="67" y="13"/>
                      <a:pt x="80" y="12"/>
                      <a:pt x="91" y="10"/>
                    </a:cubicBezTo>
                    <a:cubicBezTo>
                      <a:pt x="53" y="0"/>
                      <a:pt x="53" y="0"/>
                      <a:pt x="53" y="0"/>
                    </a:cubicBez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D3D3D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42" name="Freeform 68">
                <a:extLst>
                  <a:ext uri="{FF2B5EF4-FFF2-40B4-BE49-F238E27FC236}">
                    <a16:creationId xmlns:a16="http://schemas.microsoft.com/office/drawing/2014/main" id="{1D8F664A-00D0-F908-5174-51BDFEC7E6D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083079" y="3462092"/>
                <a:ext cx="1846599" cy="3332359"/>
              </a:xfrm>
              <a:custGeom>
                <a:avLst/>
                <a:gdLst>
                  <a:gd name="T0" fmla="*/ 0 w 127"/>
                  <a:gd name="T1" fmla="*/ 0 h 230"/>
                  <a:gd name="T2" fmla="*/ 127 w 127"/>
                  <a:gd name="T3" fmla="*/ 230 h 230"/>
                  <a:gd name="T4" fmla="*/ 0 w 127"/>
                  <a:gd name="T5" fmla="*/ 195 h 230"/>
                  <a:gd name="T6" fmla="*/ 0 w 127"/>
                  <a:gd name="T7" fmla="*/ 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7" h="230">
                    <a:moveTo>
                      <a:pt x="0" y="0"/>
                    </a:moveTo>
                    <a:cubicBezTo>
                      <a:pt x="67" y="0"/>
                      <a:pt x="127" y="120"/>
                      <a:pt x="127" y="230"/>
                    </a:cubicBezTo>
                    <a:cubicBezTo>
                      <a:pt x="0" y="195"/>
                      <a:pt x="0" y="195"/>
                      <a:pt x="0" y="19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00B0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43" name="Freeform 69">
                <a:extLst>
                  <a:ext uri="{FF2B5EF4-FFF2-40B4-BE49-F238E27FC236}">
                    <a16:creationId xmlns:a16="http://schemas.microsoft.com/office/drawing/2014/main" id="{95B966AD-C3DA-A86A-3A4B-6672B9FCC0F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505276" y="4084108"/>
                <a:ext cx="1424401" cy="2594101"/>
              </a:xfrm>
              <a:custGeom>
                <a:avLst/>
                <a:gdLst>
                  <a:gd name="T0" fmla="*/ 0 w 98"/>
                  <a:gd name="T1" fmla="*/ 0 h 179"/>
                  <a:gd name="T2" fmla="*/ 98 w 98"/>
                  <a:gd name="T3" fmla="*/ 179 h 179"/>
                  <a:gd name="T4" fmla="*/ 0 w 98"/>
                  <a:gd name="T5" fmla="*/ 152 h 179"/>
                  <a:gd name="T6" fmla="*/ 0 w 98"/>
                  <a:gd name="T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8" h="179">
                    <a:moveTo>
                      <a:pt x="0" y="0"/>
                    </a:moveTo>
                    <a:cubicBezTo>
                      <a:pt x="52" y="0"/>
                      <a:pt x="98" y="94"/>
                      <a:pt x="98" y="179"/>
                    </a:cubicBezTo>
                    <a:cubicBezTo>
                      <a:pt x="0" y="152"/>
                      <a:pt x="0" y="152"/>
                      <a:pt x="0" y="15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ABB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44" name="Freeform 70">
                <a:extLst>
                  <a:ext uri="{FF2B5EF4-FFF2-40B4-BE49-F238E27FC236}">
                    <a16:creationId xmlns:a16="http://schemas.microsoft.com/office/drawing/2014/main" id="{3BD55068-F070-3E9C-A586-EAD8004E84A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941821" y="4722434"/>
                <a:ext cx="987858" cy="1839527"/>
              </a:xfrm>
              <a:custGeom>
                <a:avLst/>
                <a:gdLst>
                  <a:gd name="T0" fmla="*/ 0 w 68"/>
                  <a:gd name="T1" fmla="*/ 0 h 127"/>
                  <a:gd name="T2" fmla="*/ 68 w 68"/>
                  <a:gd name="T3" fmla="*/ 127 h 127"/>
                  <a:gd name="T4" fmla="*/ 0 w 68"/>
                  <a:gd name="T5" fmla="*/ 108 h 127"/>
                  <a:gd name="T6" fmla="*/ 0 w 68"/>
                  <a:gd name="T7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8" h="127">
                    <a:moveTo>
                      <a:pt x="0" y="0"/>
                    </a:moveTo>
                    <a:cubicBezTo>
                      <a:pt x="36" y="0"/>
                      <a:pt x="68" y="66"/>
                      <a:pt x="68" y="127"/>
                    </a:cubicBezTo>
                    <a:cubicBezTo>
                      <a:pt x="0" y="108"/>
                      <a:pt x="0" y="108"/>
                      <a:pt x="0" y="10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006B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45" name="Freeform 71">
                <a:extLst>
                  <a:ext uri="{FF2B5EF4-FFF2-40B4-BE49-F238E27FC236}">
                    <a16:creationId xmlns:a16="http://schemas.microsoft.com/office/drawing/2014/main" id="{77FDBED5-CBF7-E54E-0C8F-F9A04A5F83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378367" y="5344447"/>
                <a:ext cx="551315" cy="1086995"/>
              </a:xfrm>
              <a:custGeom>
                <a:avLst/>
                <a:gdLst>
                  <a:gd name="T0" fmla="*/ 0 w 38"/>
                  <a:gd name="T1" fmla="*/ 0 h 75"/>
                  <a:gd name="T2" fmla="*/ 38 w 38"/>
                  <a:gd name="T3" fmla="*/ 75 h 75"/>
                  <a:gd name="T4" fmla="*/ 0 w 38"/>
                  <a:gd name="T5" fmla="*/ 65 h 75"/>
                  <a:gd name="T6" fmla="*/ 0 w 38"/>
                  <a:gd name="T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" h="75">
                    <a:moveTo>
                      <a:pt x="0" y="0"/>
                    </a:moveTo>
                    <a:cubicBezTo>
                      <a:pt x="21" y="0"/>
                      <a:pt x="38" y="40"/>
                      <a:pt x="38" y="75"/>
                    </a:cubicBezTo>
                    <a:cubicBezTo>
                      <a:pt x="0" y="65"/>
                      <a:pt x="0" y="65"/>
                      <a:pt x="0" y="6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ECE0E77-6A77-D5A2-6A6E-616E6741911B}"/>
                </a:ext>
              </a:extLst>
            </p:cNvPr>
            <p:cNvSpPr txBox="1"/>
            <p:nvPr/>
          </p:nvSpPr>
          <p:spPr>
            <a:xfrm>
              <a:off x="6376766" y="3643209"/>
              <a:ext cx="332299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rgbClr val="D3D3D3"/>
                  </a:solidFill>
                  <a:latin typeface="Orbitron" pitchFamily="2" charset="0"/>
                </a:rPr>
                <a:t>Moon Onyx Labs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4564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7">
            <a:extLst>
              <a:ext uri="{FF2B5EF4-FFF2-40B4-BE49-F238E27FC236}">
                <a16:creationId xmlns:a16="http://schemas.microsoft.com/office/drawing/2014/main" id="{12AFBDBF-8ED3-73B2-F236-73A53D470963}"/>
              </a:ext>
            </a:extLst>
          </p:cNvPr>
          <p:cNvSpPr>
            <a:spLocks/>
          </p:cNvSpPr>
          <p:nvPr/>
        </p:nvSpPr>
        <p:spPr bwMode="auto">
          <a:xfrm flipH="1">
            <a:off x="3426527" y="924880"/>
            <a:ext cx="4057919" cy="4043632"/>
          </a:xfrm>
          <a:custGeom>
            <a:avLst/>
            <a:gdLst>
              <a:gd name="T0" fmla="*/ 397 w 397"/>
              <a:gd name="T1" fmla="*/ 199 h 397"/>
              <a:gd name="T2" fmla="*/ 199 w 397"/>
              <a:gd name="T3" fmla="*/ 397 h 397"/>
              <a:gd name="T4" fmla="*/ 0 w 397"/>
              <a:gd name="T5" fmla="*/ 199 h 397"/>
              <a:gd name="T6" fmla="*/ 200 w 397"/>
              <a:gd name="T7" fmla="*/ 0 h 397"/>
              <a:gd name="T8" fmla="*/ 397 w 397"/>
              <a:gd name="T9" fmla="*/ 199 h 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7" h="397">
                <a:moveTo>
                  <a:pt x="397" y="199"/>
                </a:moveTo>
                <a:cubicBezTo>
                  <a:pt x="397" y="308"/>
                  <a:pt x="308" y="397"/>
                  <a:pt x="199" y="397"/>
                </a:cubicBezTo>
                <a:cubicBezTo>
                  <a:pt x="89" y="397"/>
                  <a:pt x="0" y="308"/>
                  <a:pt x="0" y="199"/>
                </a:cubicBezTo>
                <a:cubicBezTo>
                  <a:pt x="0" y="89"/>
                  <a:pt x="90" y="0"/>
                  <a:pt x="200" y="0"/>
                </a:cubicBezTo>
                <a:cubicBezTo>
                  <a:pt x="309" y="0"/>
                  <a:pt x="397" y="89"/>
                  <a:pt x="397" y="199"/>
                </a:cubicBezTo>
                <a:close/>
              </a:path>
            </a:pathLst>
          </a:custGeom>
          <a:solidFill>
            <a:srgbClr val="1A1B4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4E68F8E5-1D68-9E1F-C3B8-38681E19919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39635" y="2910849"/>
            <a:ext cx="1769575" cy="265274"/>
          </a:xfrm>
          <a:prstGeom prst="line">
            <a:avLst/>
          </a:prstGeom>
          <a:noFill/>
          <a:ln w="11113" cap="flat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9D434621-FE8D-F8A3-0857-96D4551859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41273" y="2910849"/>
            <a:ext cx="1298362" cy="357045"/>
          </a:xfrm>
          <a:prstGeom prst="line">
            <a:avLst/>
          </a:prstGeom>
          <a:noFill/>
          <a:ln w="11113" cap="flat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Freeform 60">
            <a:extLst>
              <a:ext uri="{FF2B5EF4-FFF2-40B4-BE49-F238E27FC236}">
                <a16:creationId xmlns:a16="http://schemas.microsoft.com/office/drawing/2014/main" id="{B33A3273-AA41-56BF-25E4-0C0EECE3AE1B}"/>
              </a:ext>
            </a:extLst>
          </p:cNvPr>
          <p:cNvSpPr>
            <a:spLocks/>
          </p:cNvSpPr>
          <p:nvPr/>
        </p:nvSpPr>
        <p:spPr bwMode="auto">
          <a:xfrm flipH="1">
            <a:off x="5439635" y="924880"/>
            <a:ext cx="1769575" cy="2251242"/>
          </a:xfrm>
          <a:custGeom>
            <a:avLst/>
            <a:gdLst>
              <a:gd name="T0" fmla="*/ 0 w 173"/>
              <a:gd name="T1" fmla="*/ 221 h 221"/>
              <a:gd name="T2" fmla="*/ 173 w 173"/>
              <a:gd name="T3" fmla="*/ 0 h 221"/>
              <a:gd name="T4" fmla="*/ 173 w 173"/>
              <a:gd name="T5" fmla="*/ 195 h 221"/>
              <a:gd name="T6" fmla="*/ 0 w 173"/>
              <a:gd name="T7" fmla="*/ 221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3" h="221">
                <a:moveTo>
                  <a:pt x="0" y="221"/>
                </a:moveTo>
                <a:cubicBezTo>
                  <a:pt x="0" y="111"/>
                  <a:pt x="82" y="0"/>
                  <a:pt x="173" y="0"/>
                </a:cubicBezTo>
                <a:cubicBezTo>
                  <a:pt x="173" y="195"/>
                  <a:pt x="173" y="195"/>
                  <a:pt x="173" y="195"/>
                </a:cubicBezTo>
                <a:lnTo>
                  <a:pt x="0" y="221"/>
                </a:lnTo>
                <a:close/>
              </a:path>
            </a:pathLst>
          </a:custGeom>
          <a:solidFill>
            <a:srgbClr val="9400D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7" name="Freeform 61">
            <a:extLst>
              <a:ext uri="{FF2B5EF4-FFF2-40B4-BE49-F238E27FC236}">
                <a16:creationId xmlns:a16="http://schemas.microsoft.com/office/drawing/2014/main" id="{954A9192-F8DC-86E6-2A0E-C316EC76F286}"/>
              </a:ext>
            </a:extLst>
          </p:cNvPr>
          <p:cNvSpPr>
            <a:spLocks/>
          </p:cNvSpPr>
          <p:nvPr/>
        </p:nvSpPr>
        <p:spPr bwMode="auto">
          <a:xfrm flipH="1">
            <a:off x="5439635" y="1362224"/>
            <a:ext cx="1360325" cy="1752240"/>
          </a:xfrm>
          <a:custGeom>
            <a:avLst/>
            <a:gdLst>
              <a:gd name="T0" fmla="*/ 0 w 133"/>
              <a:gd name="T1" fmla="*/ 172 h 172"/>
              <a:gd name="T2" fmla="*/ 133 w 133"/>
              <a:gd name="T3" fmla="*/ 0 h 172"/>
              <a:gd name="T4" fmla="*/ 133 w 133"/>
              <a:gd name="T5" fmla="*/ 152 h 172"/>
              <a:gd name="T6" fmla="*/ 0 w 13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3" h="172">
                <a:moveTo>
                  <a:pt x="0" y="172"/>
                </a:moveTo>
                <a:cubicBezTo>
                  <a:pt x="0" y="87"/>
                  <a:pt x="63" y="0"/>
                  <a:pt x="133" y="0"/>
                </a:cubicBezTo>
                <a:cubicBezTo>
                  <a:pt x="133" y="152"/>
                  <a:pt x="133" y="152"/>
                  <a:pt x="133" y="152"/>
                </a:cubicBezTo>
                <a:lnTo>
                  <a:pt x="0" y="172"/>
                </a:lnTo>
                <a:close/>
              </a:path>
            </a:pathLst>
          </a:custGeom>
          <a:solidFill>
            <a:srgbClr val="00F5D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8" name="Freeform 62">
            <a:extLst>
              <a:ext uri="{FF2B5EF4-FFF2-40B4-BE49-F238E27FC236}">
                <a16:creationId xmlns:a16="http://schemas.microsoft.com/office/drawing/2014/main" id="{18ED5447-BA1B-AA34-A561-7E9F3E9A1CC9}"/>
              </a:ext>
            </a:extLst>
          </p:cNvPr>
          <p:cNvSpPr>
            <a:spLocks/>
          </p:cNvSpPr>
          <p:nvPr/>
        </p:nvSpPr>
        <p:spPr bwMode="auto">
          <a:xfrm flipH="1">
            <a:off x="5439635" y="1811037"/>
            <a:ext cx="951075" cy="1243202"/>
          </a:xfrm>
          <a:custGeom>
            <a:avLst/>
            <a:gdLst>
              <a:gd name="T0" fmla="*/ 0 w 93"/>
              <a:gd name="T1" fmla="*/ 122 h 122"/>
              <a:gd name="T2" fmla="*/ 93 w 93"/>
              <a:gd name="T3" fmla="*/ 0 h 122"/>
              <a:gd name="T4" fmla="*/ 93 w 93"/>
              <a:gd name="T5" fmla="*/ 108 h 122"/>
              <a:gd name="T6" fmla="*/ 0 w 93"/>
              <a:gd name="T7" fmla="*/ 122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3" h="122">
                <a:moveTo>
                  <a:pt x="0" y="122"/>
                </a:moveTo>
                <a:cubicBezTo>
                  <a:pt x="0" y="61"/>
                  <a:pt x="44" y="0"/>
                  <a:pt x="93" y="0"/>
                </a:cubicBezTo>
                <a:cubicBezTo>
                  <a:pt x="93" y="108"/>
                  <a:pt x="93" y="108"/>
                  <a:pt x="93" y="108"/>
                </a:cubicBezTo>
                <a:lnTo>
                  <a:pt x="0" y="122"/>
                </a:lnTo>
                <a:close/>
              </a:path>
            </a:pathLst>
          </a:custGeom>
          <a:solidFill>
            <a:srgbClr val="FF007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9" name="Freeform 63">
            <a:extLst>
              <a:ext uri="{FF2B5EF4-FFF2-40B4-BE49-F238E27FC236}">
                <a16:creationId xmlns:a16="http://schemas.microsoft.com/office/drawing/2014/main" id="{47082711-EA01-7A68-6480-F4AAEB37C2AA}"/>
              </a:ext>
            </a:extLst>
          </p:cNvPr>
          <p:cNvSpPr>
            <a:spLocks/>
          </p:cNvSpPr>
          <p:nvPr/>
        </p:nvSpPr>
        <p:spPr bwMode="auto">
          <a:xfrm flipH="1">
            <a:off x="5439635" y="2248381"/>
            <a:ext cx="541824" cy="744201"/>
          </a:xfrm>
          <a:custGeom>
            <a:avLst/>
            <a:gdLst>
              <a:gd name="T0" fmla="*/ 0 w 53"/>
              <a:gd name="T1" fmla="*/ 73 h 73"/>
              <a:gd name="T2" fmla="*/ 53 w 53"/>
              <a:gd name="T3" fmla="*/ 0 h 73"/>
              <a:gd name="T4" fmla="*/ 53 w 53"/>
              <a:gd name="T5" fmla="*/ 65 h 73"/>
              <a:gd name="T6" fmla="*/ 0 w 53"/>
              <a:gd name="T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" h="73">
                <a:moveTo>
                  <a:pt x="0" y="73"/>
                </a:moveTo>
                <a:cubicBezTo>
                  <a:pt x="0" y="37"/>
                  <a:pt x="25" y="0"/>
                  <a:pt x="53" y="0"/>
                </a:cubicBezTo>
                <a:cubicBezTo>
                  <a:pt x="53" y="65"/>
                  <a:pt x="53" y="65"/>
                  <a:pt x="53" y="65"/>
                </a:cubicBezTo>
                <a:lnTo>
                  <a:pt x="0" y="73"/>
                </a:lnTo>
                <a:close/>
              </a:path>
            </a:pathLst>
          </a:custGeom>
          <a:solidFill>
            <a:srgbClr val="D3D3D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" name="Freeform 64">
            <a:extLst>
              <a:ext uri="{FF2B5EF4-FFF2-40B4-BE49-F238E27FC236}">
                <a16:creationId xmlns:a16="http://schemas.microsoft.com/office/drawing/2014/main" id="{A34C6B96-EFCE-EFC2-D942-FAC3503899CB}"/>
              </a:ext>
            </a:extLst>
          </p:cNvPr>
          <p:cNvSpPr>
            <a:spLocks/>
          </p:cNvSpPr>
          <p:nvPr/>
        </p:nvSpPr>
        <p:spPr bwMode="auto">
          <a:xfrm flipH="1">
            <a:off x="4141273" y="2910849"/>
            <a:ext cx="3067937" cy="448815"/>
          </a:xfrm>
          <a:custGeom>
            <a:avLst/>
            <a:gdLst>
              <a:gd name="T0" fmla="*/ 0 w 300"/>
              <a:gd name="T1" fmla="*/ 26 h 44"/>
              <a:gd name="T2" fmla="*/ 172 w 300"/>
              <a:gd name="T3" fmla="*/ 44 h 44"/>
              <a:gd name="T4" fmla="*/ 300 w 300"/>
              <a:gd name="T5" fmla="*/ 35 h 44"/>
              <a:gd name="T6" fmla="*/ 173 w 300"/>
              <a:gd name="T7" fmla="*/ 0 h 44"/>
              <a:gd name="T8" fmla="*/ 0 w 300"/>
              <a:gd name="T9" fmla="*/ 26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44">
                <a:moveTo>
                  <a:pt x="0" y="26"/>
                </a:moveTo>
                <a:cubicBezTo>
                  <a:pt x="34" y="37"/>
                  <a:pt x="98" y="44"/>
                  <a:pt x="172" y="44"/>
                </a:cubicBezTo>
                <a:cubicBezTo>
                  <a:pt x="221" y="44"/>
                  <a:pt x="266" y="41"/>
                  <a:pt x="300" y="35"/>
                </a:cubicBezTo>
                <a:cubicBezTo>
                  <a:pt x="173" y="0"/>
                  <a:pt x="173" y="0"/>
                  <a:pt x="173" y="0"/>
                </a:cubicBezTo>
                <a:lnTo>
                  <a:pt x="0" y="26"/>
                </a:lnTo>
                <a:close/>
              </a:path>
            </a:pathLst>
          </a:custGeom>
          <a:solidFill>
            <a:srgbClr val="9400D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" name="Freeform 65">
            <a:extLst>
              <a:ext uri="{FF2B5EF4-FFF2-40B4-BE49-F238E27FC236}">
                <a16:creationId xmlns:a16="http://schemas.microsoft.com/office/drawing/2014/main" id="{1E201BAF-F3D3-9784-8DF4-A2AE6D791B13}"/>
              </a:ext>
            </a:extLst>
          </p:cNvPr>
          <p:cNvSpPr>
            <a:spLocks/>
          </p:cNvSpPr>
          <p:nvPr/>
        </p:nvSpPr>
        <p:spPr bwMode="auto">
          <a:xfrm flipH="1">
            <a:off x="4438124" y="2910849"/>
            <a:ext cx="2361836" cy="347007"/>
          </a:xfrm>
          <a:custGeom>
            <a:avLst/>
            <a:gdLst>
              <a:gd name="T0" fmla="*/ 0 w 231"/>
              <a:gd name="T1" fmla="*/ 20 h 34"/>
              <a:gd name="T2" fmla="*/ 132 w 231"/>
              <a:gd name="T3" fmla="*/ 34 h 34"/>
              <a:gd name="T4" fmla="*/ 231 w 231"/>
              <a:gd name="T5" fmla="*/ 27 h 34"/>
              <a:gd name="T6" fmla="*/ 133 w 231"/>
              <a:gd name="T7" fmla="*/ 0 h 34"/>
              <a:gd name="T8" fmla="*/ 0 w 231"/>
              <a:gd name="T9" fmla="*/ 2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1" h="34">
                <a:moveTo>
                  <a:pt x="0" y="20"/>
                </a:moveTo>
                <a:cubicBezTo>
                  <a:pt x="27" y="28"/>
                  <a:pt x="76" y="34"/>
                  <a:pt x="132" y="34"/>
                </a:cubicBezTo>
                <a:cubicBezTo>
                  <a:pt x="170" y="34"/>
                  <a:pt x="204" y="31"/>
                  <a:pt x="231" y="27"/>
                </a:cubicBezTo>
                <a:cubicBezTo>
                  <a:pt x="133" y="0"/>
                  <a:pt x="133" y="0"/>
                  <a:pt x="133" y="0"/>
                </a:cubicBezTo>
                <a:lnTo>
                  <a:pt x="0" y="20"/>
                </a:lnTo>
                <a:close/>
              </a:path>
            </a:pathLst>
          </a:custGeom>
          <a:solidFill>
            <a:srgbClr val="00F5D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2" name="Freeform 66">
            <a:extLst>
              <a:ext uri="{FF2B5EF4-FFF2-40B4-BE49-F238E27FC236}">
                <a16:creationId xmlns:a16="http://schemas.microsoft.com/office/drawing/2014/main" id="{0CAF7850-15EE-660C-7834-8C78E00027B7}"/>
              </a:ext>
            </a:extLst>
          </p:cNvPr>
          <p:cNvSpPr>
            <a:spLocks/>
          </p:cNvSpPr>
          <p:nvPr/>
        </p:nvSpPr>
        <p:spPr bwMode="auto">
          <a:xfrm flipH="1">
            <a:off x="4745063" y="2910849"/>
            <a:ext cx="1645648" cy="235162"/>
          </a:xfrm>
          <a:custGeom>
            <a:avLst/>
            <a:gdLst>
              <a:gd name="T0" fmla="*/ 161 w 161"/>
              <a:gd name="T1" fmla="*/ 19 h 23"/>
              <a:gd name="T2" fmla="*/ 92 w 161"/>
              <a:gd name="T3" fmla="*/ 23 h 23"/>
              <a:gd name="T4" fmla="*/ 0 w 161"/>
              <a:gd name="T5" fmla="*/ 14 h 23"/>
              <a:gd name="T6" fmla="*/ 93 w 161"/>
              <a:gd name="T7" fmla="*/ 0 h 23"/>
              <a:gd name="T8" fmla="*/ 161 w 161"/>
              <a:gd name="T9" fmla="*/ 19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1" h="23">
                <a:moveTo>
                  <a:pt x="161" y="19"/>
                </a:moveTo>
                <a:cubicBezTo>
                  <a:pt x="142" y="21"/>
                  <a:pt x="118" y="23"/>
                  <a:pt x="92" y="23"/>
                </a:cubicBezTo>
                <a:cubicBezTo>
                  <a:pt x="54" y="23"/>
                  <a:pt x="20" y="19"/>
                  <a:pt x="0" y="14"/>
                </a:cubicBezTo>
                <a:cubicBezTo>
                  <a:pt x="93" y="0"/>
                  <a:pt x="93" y="0"/>
                  <a:pt x="93" y="0"/>
                </a:cubicBezTo>
                <a:lnTo>
                  <a:pt x="161" y="19"/>
                </a:lnTo>
                <a:close/>
              </a:path>
            </a:pathLst>
          </a:custGeom>
          <a:solidFill>
            <a:srgbClr val="FF007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3" name="Freeform 67">
            <a:extLst>
              <a:ext uri="{FF2B5EF4-FFF2-40B4-BE49-F238E27FC236}">
                <a16:creationId xmlns:a16="http://schemas.microsoft.com/office/drawing/2014/main" id="{C955A33A-9472-23F2-0D30-137C1A6D61D8}"/>
              </a:ext>
            </a:extLst>
          </p:cNvPr>
          <p:cNvSpPr>
            <a:spLocks/>
          </p:cNvSpPr>
          <p:nvPr/>
        </p:nvSpPr>
        <p:spPr bwMode="auto">
          <a:xfrm flipH="1">
            <a:off x="5052000" y="2910849"/>
            <a:ext cx="929460" cy="131920"/>
          </a:xfrm>
          <a:custGeom>
            <a:avLst/>
            <a:gdLst>
              <a:gd name="T0" fmla="*/ 0 w 91"/>
              <a:gd name="T1" fmla="*/ 8 h 13"/>
              <a:gd name="T2" fmla="*/ 53 w 91"/>
              <a:gd name="T3" fmla="*/ 13 h 13"/>
              <a:gd name="T4" fmla="*/ 91 w 91"/>
              <a:gd name="T5" fmla="*/ 10 h 13"/>
              <a:gd name="T6" fmla="*/ 53 w 91"/>
              <a:gd name="T7" fmla="*/ 0 h 13"/>
              <a:gd name="T8" fmla="*/ 0 w 91"/>
              <a:gd name="T9" fmla="*/ 8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" h="13">
                <a:moveTo>
                  <a:pt x="0" y="8"/>
                </a:moveTo>
                <a:cubicBezTo>
                  <a:pt x="13" y="11"/>
                  <a:pt x="32" y="13"/>
                  <a:pt x="53" y="13"/>
                </a:cubicBezTo>
                <a:cubicBezTo>
                  <a:pt x="67" y="13"/>
                  <a:pt x="80" y="12"/>
                  <a:pt x="91" y="10"/>
                </a:cubicBezTo>
                <a:cubicBezTo>
                  <a:pt x="53" y="0"/>
                  <a:pt x="53" y="0"/>
                  <a:pt x="53" y="0"/>
                </a:cubicBezTo>
                <a:lnTo>
                  <a:pt x="0" y="8"/>
                </a:lnTo>
                <a:close/>
              </a:path>
            </a:pathLst>
          </a:custGeom>
          <a:solidFill>
            <a:srgbClr val="D3D3D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3304DC-DB2A-7919-A978-D69039ED9205}"/>
              </a:ext>
            </a:extLst>
          </p:cNvPr>
          <p:cNvGrpSpPr/>
          <p:nvPr/>
        </p:nvGrpSpPr>
        <p:grpSpPr>
          <a:xfrm>
            <a:off x="4141273" y="924880"/>
            <a:ext cx="1298364" cy="2343012"/>
            <a:chOff x="4141273" y="924880"/>
            <a:chExt cx="1298364" cy="2343012"/>
          </a:xfrm>
          <a:gradFill>
            <a:gsLst>
              <a:gs pos="0">
                <a:schemeClr val="tx1"/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Freeform 68">
              <a:extLst>
                <a:ext uri="{FF2B5EF4-FFF2-40B4-BE49-F238E27FC236}">
                  <a16:creationId xmlns:a16="http://schemas.microsoft.com/office/drawing/2014/main" id="{C79D6390-757C-599B-F955-968FCE0586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141273" y="924880"/>
              <a:ext cx="1298362" cy="2343012"/>
            </a:xfrm>
            <a:custGeom>
              <a:avLst/>
              <a:gdLst>
                <a:gd name="T0" fmla="*/ 0 w 127"/>
                <a:gd name="T1" fmla="*/ 0 h 230"/>
                <a:gd name="T2" fmla="*/ 127 w 127"/>
                <a:gd name="T3" fmla="*/ 230 h 230"/>
                <a:gd name="T4" fmla="*/ 0 w 127"/>
                <a:gd name="T5" fmla="*/ 195 h 230"/>
                <a:gd name="T6" fmla="*/ 0 w 127"/>
                <a:gd name="T7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230">
                  <a:moveTo>
                    <a:pt x="0" y="0"/>
                  </a:moveTo>
                  <a:cubicBezTo>
                    <a:pt x="67" y="0"/>
                    <a:pt x="127" y="120"/>
                    <a:pt x="127" y="230"/>
                  </a:cubicBezTo>
                  <a:cubicBezTo>
                    <a:pt x="0" y="195"/>
                    <a:pt x="0" y="195"/>
                    <a:pt x="0" y="195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5" name="Freeform 69">
              <a:extLst>
                <a:ext uri="{FF2B5EF4-FFF2-40B4-BE49-F238E27FC236}">
                  <a16:creationId xmlns:a16="http://schemas.microsoft.com/office/drawing/2014/main" id="{04B3A04D-5D2C-177E-2C6C-4B08914ED8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38124" y="1362226"/>
              <a:ext cx="1001510" cy="1823936"/>
            </a:xfrm>
            <a:custGeom>
              <a:avLst/>
              <a:gdLst>
                <a:gd name="T0" fmla="*/ 0 w 98"/>
                <a:gd name="T1" fmla="*/ 0 h 179"/>
                <a:gd name="T2" fmla="*/ 98 w 98"/>
                <a:gd name="T3" fmla="*/ 179 h 179"/>
                <a:gd name="T4" fmla="*/ 0 w 98"/>
                <a:gd name="T5" fmla="*/ 152 h 179"/>
                <a:gd name="T6" fmla="*/ 0 w 98"/>
                <a:gd name="T7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79">
                  <a:moveTo>
                    <a:pt x="0" y="0"/>
                  </a:moveTo>
                  <a:cubicBezTo>
                    <a:pt x="52" y="0"/>
                    <a:pt x="98" y="94"/>
                    <a:pt x="98" y="179"/>
                  </a:cubicBezTo>
                  <a:cubicBezTo>
                    <a:pt x="0" y="152"/>
                    <a:pt x="0" y="152"/>
                    <a:pt x="0" y="15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6" name="Freeform 70">
              <a:extLst>
                <a:ext uri="{FF2B5EF4-FFF2-40B4-BE49-F238E27FC236}">
                  <a16:creationId xmlns:a16="http://schemas.microsoft.com/office/drawing/2014/main" id="{0B086EE3-9988-FAC3-9A37-498F9B1AB33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45064" y="1811039"/>
              <a:ext cx="694573" cy="1293388"/>
            </a:xfrm>
            <a:custGeom>
              <a:avLst/>
              <a:gdLst>
                <a:gd name="T0" fmla="*/ 0 w 68"/>
                <a:gd name="T1" fmla="*/ 0 h 127"/>
                <a:gd name="T2" fmla="*/ 68 w 68"/>
                <a:gd name="T3" fmla="*/ 127 h 127"/>
                <a:gd name="T4" fmla="*/ 0 w 68"/>
                <a:gd name="T5" fmla="*/ 108 h 127"/>
                <a:gd name="T6" fmla="*/ 0 w 68"/>
                <a:gd name="T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27">
                  <a:moveTo>
                    <a:pt x="0" y="0"/>
                  </a:moveTo>
                  <a:cubicBezTo>
                    <a:pt x="36" y="0"/>
                    <a:pt x="68" y="66"/>
                    <a:pt x="68" y="127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17" name="Freeform 71">
            <a:extLst>
              <a:ext uri="{FF2B5EF4-FFF2-40B4-BE49-F238E27FC236}">
                <a16:creationId xmlns:a16="http://schemas.microsoft.com/office/drawing/2014/main" id="{2E74454F-6285-D6E0-684F-08B110772FD5}"/>
              </a:ext>
            </a:extLst>
          </p:cNvPr>
          <p:cNvSpPr>
            <a:spLocks/>
          </p:cNvSpPr>
          <p:nvPr/>
        </p:nvSpPr>
        <p:spPr bwMode="auto">
          <a:xfrm flipH="1">
            <a:off x="5052004" y="2248381"/>
            <a:ext cx="387635" cy="764276"/>
          </a:xfrm>
          <a:custGeom>
            <a:avLst/>
            <a:gdLst>
              <a:gd name="T0" fmla="*/ 0 w 38"/>
              <a:gd name="T1" fmla="*/ 0 h 75"/>
              <a:gd name="T2" fmla="*/ 38 w 38"/>
              <a:gd name="T3" fmla="*/ 75 h 75"/>
              <a:gd name="T4" fmla="*/ 0 w 38"/>
              <a:gd name="T5" fmla="*/ 65 h 75"/>
              <a:gd name="T6" fmla="*/ 0 w 38"/>
              <a:gd name="T7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" h="75">
                <a:moveTo>
                  <a:pt x="0" y="0"/>
                </a:moveTo>
                <a:cubicBezTo>
                  <a:pt x="21" y="0"/>
                  <a:pt x="38" y="40"/>
                  <a:pt x="38" y="75"/>
                </a:cubicBezTo>
                <a:cubicBezTo>
                  <a:pt x="0" y="65"/>
                  <a:pt x="0" y="65"/>
                  <a:pt x="0" y="65"/>
                </a:cubicBez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938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C1033-3D7A-B98D-29E8-6F2877CC3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286" y="733049"/>
            <a:ext cx="4315427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80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6</Words>
  <Application>Microsoft Office PowerPoint</Application>
  <PresentationFormat>Widescreen</PresentationFormat>
  <Paragraphs>2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Montserrat</vt:lpstr>
      <vt:lpstr>Orbitron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Kenisha Johnson</dc:creator>
  <cp:lastModifiedBy>Kenisha Johnson</cp:lastModifiedBy>
  <cp:revision>2</cp:revision>
  <dcterms:created xsi:type="dcterms:W3CDTF">2025-03-01T21:46:14Z</dcterms:created>
  <dcterms:modified xsi:type="dcterms:W3CDTF">2025-11-06T22:16:40Z</dcterms:modified>
</cp:coreProperties>
</file>